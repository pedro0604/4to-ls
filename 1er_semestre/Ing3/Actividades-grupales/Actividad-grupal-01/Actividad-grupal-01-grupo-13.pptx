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5"/>
    <p:sldMasterId id="214748369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Catamaran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Fira Sans Extra Condensed Medium"/>
      <p:regular r:id="rId25"/>
      <p:bold r:id="rId26"/>
      <p:italic r:id="rId27"/>
      <p:boldItalic r:id="rId28"/>
    </p:embeddedFont>
    <p:embeddedFont>
      <p:font typeface="Livvic"/>
      <p:regular r:id="rId29"/>
      <p:bold r:id="rId30"/>
      <p:italic r:id="rId31"/>
      <p:boldItalic r:id="rId32"/>
    </p:embeddedFont>
    <p:embeddedFont>
      <p:font typeface="Catamaran Light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Dolores Pondarré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FiraSansExtraCondensedMedium-bold.fntdata"/><Relationship Id="rId25" Type="http://schemas.openxmlformats.org/officeDocument/2006/relationships/font" Target="fonts/FiraSansExtraCondensedMedium-regular.fntdata"/><Relationship Id="rId28" Type="http://schemas.openxmlformats.org/officeDocument/2006/relationships/font" Target="fonts/FiraSansExtraCondensedMedium-boldItalic.fntdata"/><Relationship Id="rId27" Type="http://schemas.openxmlformats.org/officeDocument/2006/relationships/font" Target="fonts/FiraSansExtraCondensedMedium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ivvic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ivvic-italic.fntdata"/><Relationship Id="rId30" Type="http://schemas.openxmlformats.org/officeDocument/2006/relationships/font" Target="fonts/Livvic-bold.fntdata"/><Relationship Id="rId11" Type="http://schemas.openxmlformats.org/officeDocument/2006/relationships/slide" Target="slides/slide4.xml"/><Relationship Id="rId33" Type="http://schemas.openxmlformats.org/officeDocument/2006/relationships/font" Target="fonts/CatamaranLight-regular.fntdata"/><Relationship Id="rId10" Type="http://schemas.openxmlformats.org/officeDocument/2006/relationships/slide" Target="slides/slide3.xml"/><Relationship Id="rId32" Type="http://schemas.openxmlformats.org/officeDocument/2006/relationships/font" Target="fonts/Livvic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CatamaranLight-bold.fntdata"/><Relationship Id="rId15" Type="http://schemas.openxmlformats.org/officeDocument/2006/relationships/font" Target="fonts/Catamaran-regular.fntdata"/><Relationship Id="rId14" Type="http://schemas.openxmlformats.org/officeDocument/2006/relationships/slide" Target="slides/slide7.xml"/><Relationship Id="rId17" Type="http://schemas.openxmlformats.org/officeDocument/2006/relationships/font" Target="fonts/Roboto-regular.fntdata"/><Relationship Id="rId16" Type="http://schemas.openxmlformats.org/officeDocument/2006/relationships/font" Target="fonts/Catamaran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4-09T14:56:53.317">
    <p:pos x="3036" y="993"/>
    <p:text>Contrato con BAE System por más de 193 millones de USD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c6e6739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c6e6739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c6e6739d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c6e6739d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4d5d1e26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04d5d1e2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c8ea4917e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c8ea4917e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c8ea4917e_1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4c8ea4917e_1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269de0f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269de0f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521bf3e1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521bf3e1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5363550" y="2724625"/>
            <a:ext cx="29565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72375" y="1432475"/>
            <a:ext cx="3498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 flipH="1">
            <a:off x="1667175" y="2154225"/>
            <a:ext cx="25032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43434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" type="subTitle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8"/>
          <p:cNvSpPr txBox="1"/>
          <p:nvPr>
            <p:ph hasCustomPrompt="1" idx="2" type="title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idx="1" type="subTitle"/>
          </p:nvPr>
        </p:nvSpPr>
        <p:spPr>
          <a:xfrm>
            <a:off x="2258125" y="3106325"/>
            <a:ext cx="3029100" cy="10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type="ctrTitle"/>
          </p:nvPr>
        </p:nvSpPr>
        <p:spPr>
          <a:xfrm rot="5400000">
            <a:off x="7241489" y="1041025"/>
            <a:ext cx="1702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idx="1" type="subTitle"/>
          </p:nvPr>
        </p:nvSpPr>
        <p:spPr>
          <a:xfrm>
            <a:off x="4633950" y="1847896"/>
            <a:ext cx="18180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0"/>
          <p:cNvSpPr txBox="1"/>
          <p:nvPr>
            <p:ph idx="2" type="subTitle"/>
          </p:nvPr>
        </p:nvSpPr>
        <p:spPr>
          <a:xfrm>
            <a:off x="4633950" y="3827870"/>
            <a:ext cx="18180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0"/>
          <p:cNvSpPr txBox="1"/>
          <p:nvPr>
            <p:ph type="ctrTitle"/>
          </p:nvPr>
        </p:nvSpPr>
        <p:spPr>
          <a:xfrm>
            <a:off x="4633950" y="1539296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" name="Google Shape;75;p20"/>
          <p:cNvSpPr txBox="1"/>
          <p:nvPr>
            <p:ph idx="3" type="ctrTitle"/>
          </p:nvPr>
        </p:nvSpPr>
        <p:spPr>
          <a:xfrm>
            <a:off x="4633950" y="3519270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" name="Google Shape;76;p20"/>
          <p:cNvSpPr txBox="1"/>
          <p:nvPr>
            <p:ph idx="4" type="ctrTitle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subTitle"/>
          </p:nvPr>
        </p:nvSpPr>
        <p:spPr>
          <a:xfrm>
            <a:off x="720000" y="1576450"/>
            <a:ext cx="4294800" cy="22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title"/>
          </p:nvPr>
        </p:nvSpPr>
        <p:spPr>
          <a:xfrm>
            <a:off x="3200250" y="1742750"/>
            <a:ext cx="274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/>
          <p:nvPr>
            <p:ph type="title"/>
          </p:nvPr>
        </p:nvSpPr>
        <p:spPr>
          <a:xfrm>
            <a:off x="2135550" y="1599688"/>
            <a:ext cx="4872900" cy="118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" type="subTitle"/>
          </p:nvPr>
        </p:nvSpPr>
        <p:spPr>
          <a:xfrm>
            <a:off x="2135550" y="28727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/>
          <p:nvPr>
            <p:ph idx="2" type="pic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5"/>
          <p:cNvSpPr txBox="1"/>
          <p:nvPr>
            <p:ph type="title"/>
          </p:nvPr>
        </p:nvSpPr>
        <p:spPr>
          <a:xfrm>
            <a:off x="720000" y="4010225"/>
            <a:ext cx="7704000" cy="576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 txBox="1"/>
          <p:nvPr>
            <p:ph hasCustomPrompt="1" type="title"/>
          </p:nvPr>
        </p:nvSpPr>
        <p:spPr>
          <a:xfrm>
            <a:off x="1284000" y="1401413"/>
            <a:ext cx="6576000" cy="165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2" name="Google Shape;92;p26"/>
          <p:cNvSpPr txBox="1"/>
          <p:nvPr>
            <p:ph idx="1" type="subTitle"/>
          </p:nvPr>
        </p:nvSpPr>
        <p:spPr>
          <a:xfrm>
            <a:off x="1284000" y="314818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 txBox="1"/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28"/>
          <p:cNvSpPr txBox="1"/>
          <p:nvPr>
            <p:ph idx="1" type="subTitle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28"/>
          <p:cNvSpPr txBox="1"/>
          <p:nvPr>
            <p:ph hasCustomPrompt="1" idx="2" type="title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28"/>
          <p:cNvSpPr txBox="1"/>
          <p:nvPr>
            <p:ph idx="3" type="ctrTitle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9" name="Google Shape;99;p28"/>
          <p:cNvSpPr txBox="1"/>
          <p:nvPr>
            <p:ph idx="4" type="subTitle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28"/>
          <p:cNvSpPr txBox="1"/>
          <p:nvPr>
            <p:ph hasCustomPrompt="1" idx="5" type="title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28"/>
          <p:cNvSpPr txBox="1"/>
          <p:nvPr>
            <p:ph idx="6" type="ctrTitle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2" name="Google Shape;102;p28"/>
          <p:cNvSpPr txBox="1"/>
          <p:nvPr>
            <p:ph idx="7" type="subTitle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28"/>
          <p:cNvSpPr txBox="1"/>
          <p:nvPr>
            <p:ph hasCustomPrompt="1" idx="8" type="title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28"/>
          <p:cNvSpPr txBox="1"/>
          <p:nvPr>
            <p:ph idx="9" type="ctrTitle"/>
          </p:nvPr>
        </p:nvSpPr>
        <p:spPr>
          <a:xfrm rot="5400000">
            <a:off x="6672869" y="1646270"/>
            <a:ext cx="29133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28"/>
          <p:cNvSpPr txBox="1"/>
          <p:nvPr>
            <p:ph idx="13" type="ctrTitle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6" name="Google Shape;106;p28"/>
          <p:cNvSpPr txBox="1"/>
          <p:nvPr>
            <p:ph idx="14" type="subTitle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28"/>
          <p:cNvSpPr txBox="1"/>
          <p:nvPr>
            <p:ph hasCustomPrompt="1" idx="15" type="title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28"/>
          <p:cNvSpPr txBox="1"/>
          <p:nvPr>
            <p:ph idx="16" type="ctrTitle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9" name="Google Shape;109;p28"/>
          <p:cNvSpPr txBox="1"/>
          <p:nvPr>
            <p:ph idx="17" type="subTitle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0" name="Google Shape;110;p28"/>
          <p:cNvSpPr txBox="1"/>
          <p:nvPr>
            <p:ph hasCustomPrompt="1" idx="18" type="title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>
            <p:ph idx="1" type="subTitle"/>
          </p:nvPr>
        </p:nvSpPr>
        <p:spPr>
          <a:xfrm>
            <a:off x="915175" y="3380775"/>
            <a:ext cx="39606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2" type="subTitle"/>
          </p:nvPr>
        </p:nvSpPr>
        <p:spPr>
          <a:xfrm>
            <a:off x="915175" y="4004575"/>
            <a:ext cx="1821000" cy="2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0"/>
          <p:cNvSpPr txBox="1"/>
          <p:nvPr>
            <p:ph type="title"/>
          </p:nvPr>
        </p:nvSpPr>
        <p:spPr>
          <a:xfrm>
            <a:off x="672375" y="1432475"/>
            <a:ext cx="3498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6" name="Google Shape;116;p30"/>
          <p:cNvSpPr txBox="1"/>
          <p:nvPr>
            <p:ph idx="1" type="subTitle"/>
          </p:nvPr>
        </p:nvSpPr>
        <p:spPr>
          <a:xfrm flipH="1">
            <a:off x="1667175" y="2154225"/>
            <a:ext cx="25032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43434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/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9" name="Google Shape;119;p31"/>
          <p:cNvSpPr txBox="1"/>
          <p:nvPr>
            <p:ph idx="1" type="subTitle"/>
          </p:nvPr>
        </p:nvSpPr>
        <p:spPr>
          <a:xfrm>
            <a:off x="5363550" y="2724625"/>
            <a:ext cx="29565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2"/>
          <p:cNvSpPr txBox="1"/>
          <p:nvPr>
            <p:ph type="title"/>
          </p:nvPr>
        </p:nvSpPr>
        <p:spPr>
          <a:xfrm>
            <a:off x="5553850" y="1313850"/>
            <a:ext cx="2630400" cy="10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p32"/>
          <p:cNvSpPr txBox="1"/>
          <p:nvPr>
            <p:ph idx="1" type="subTitle"/>
          </p:nvPr>
        </p:nvSpPr>
        <p:spPr>
          <a:xfrm>
            <a:off x="5553975" y="2317950"/>
            <a:ext cx="2630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3"/>
          <p:cNvSpPr txBox="1"/>
          <p:nvPr>
            <p:ph idx="1" type="subTitle"/>
          </p:nvPr>
        </p:nvSpPr>
        <p:spPr>
          <a:xfrm>
            <a:off x="2117847" y="3380460"/>
            <a:ext cx="2951400" cy="2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type="ctrTitle"/>
          </p:nvPr>
        </p:nvSpPr>
        <p:spPr>
          <a:xfrm rot="-5400000">
            <a:off x="-343101" y="1759150"/>
            <a:ext cx="2888100" cy="8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2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idx="1" type="subTitle"/>
          </p:nvPr>
        </p:nvSpPr>
        <p:spPr>
          <a:xfrm flipH="1">
            <a:off x="4189625" y="3380460"/>
            <a:ext cx="2951400" cy="2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type="ctrTitle"/>
          </p:nvPr>
        </p:nvSpPr>
        <p:spPr>
          <a:xfrm rot="5400000">
            <a:off x="6612409" y="1752564"/>
            <a:ext cx="2888100" cy="8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2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/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1" name="Google Shape;131;p35"/>
          <p:cNvSpPr txBox="1"/>
          <p:nvPr>
            <p:ph idx="1" type="subTitle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4_2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6"/>
          <p:cNvSpPr txBox="1"/>
          <p:nvPr>
            <p:ph idx="1" type="body"/>
          </p:nvPr>
        </p:nvSpPr>
        <p:spPr>
          <a:xfrm>
            <a:off x="642050" y="540000"/>
            <a:ext cx="2649600" cy="30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000">
                <a:solidFill>
                  <a:srgbClr val="000000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4" name="Google Shape;134;p36"/>
          <p:cNvSpPr txBox="1"/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25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7"/>
          <p:cNvSpPr txBox="1"/>
          <p:nvPr>
            <p:ph idx="1" type="body"/>
          </p:nvPr>
        </p:nvSpPr>
        <p:spPr>
          <a:xfrm>
            <a:off x="642050" y="1277550"/>
            <a:ext cx="53082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7" name="Google Shape;137;p37"/>
          <p:cNvSpPr txBox="1"/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8" name="Google Shape;138;p37"/>
          <p:cNvSpPr txBox="1"/>
          <p:nvPr>
            <p:ph idx="2" type="subTitle"/>
          </p:nvPr>
        </p:nvSpPr>
        <p:spPr>
          <a:xfrm>
            <a:off x="642050" y="540000"/>
            <a:ext cx="46554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25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8"/>
          <p:cNvSpPr txBox="1"/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1" name="Google Shape;141;p38"/>
          <p:cNvSpPr txBox="1"/>
          <p:nvPr>
            <p:ph idx="1" type="body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/>
          <p:nvPr>
            <p:ph type="ctrTitle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4" name="Google Shape;144;p39"/>
          <p:cNvSpPr txBox="1"/>
          <p:nvPr>
            <p:ph idx="1" type="subTitle"/>
          </p:nvPr>
        </p:nvSpPr>
        <p:spPr>
          <a:xfrm>
            <a:off x="1579064" y="2147200"/>
            <a:ext cx="16266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5" name="Google Shape;145;p39"/>
          <p:cNvSpPr txBox="1"/>
          <p:nvPr>
            <p:ph idx="2" type="ctrTitle"/>
          </p:nvPr>
        </p:nvSpPr>
        <p:spPr>
          <a:xfrm>
            <a:off x="1579064" y="1762400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6" name="Google Shape;146;p39"/>
          <p:cNvSpPr txBox="1"/>
          <p:nvPr>
            <p:ph idx="3" type="subTitle"/>
          </p:nvPr>
        </p:nvSpPr>
        <p:spPr>
          <a:xfrm>
            <a:off x="4068269" y="2147200"/>
            <a:ext cx="16266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7" name="Google Shape;147;p39"/>
          <p:cNvSpPr txBox="1"/>
          <p:nvPr>
            <p:ph idx="4" type="ctrTitle"/>
          </p:nvPr>
        </p:nvSpPr>
        <p:spPr>
          <a:xfrm>
            <a:off x="3075567" y="1762400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0"/>
          <p:cNvSpPr txBox="1"/>
          <p:nvPr>
            <p:ph type="ctrTitle"/>
          </p:nvPr>
        </p:nvSpPr>
        <p:spPr>
          <a:xfrm>
            <a:off x="4921575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50" name="Google Shape;150;p40"/>
          <p:cNvSpPr txBox="1"/>
          <p:nvPr>
            <p:ph idx="1" type="subTitle"/>
          </p:nvPr>
        </p:nvSpPr>
        <p:spPr>
          <a:xfrm>
            <a:off x="4921575" y="3553810"/>
            <a:ext cx="1522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1" name="Google Shape;151;p40"/>
          <p:cNvSpPr txBox="1"/>
          <p:nvPr>
            <p:ph idx="2" type="ctrTitle"/>
          </p:nvPr>
        </p:nvSpPr>
        <p:spPr>
          <a:xfrm>
            <a:off x="906139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52" name="Google Shape;152;p40"/>
          <p:cNvSpPr txBox="1"/>
          <p:nvPr>
            <p:ph idx="3" type="subTitle"/>
          </p:nvPr>
        </p:nvSpPr>
        <p:spPr>
          <a:xfrm>
            <a:off x="906139" y="3553810"/>
            <a:ext cx="1522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3" name="Google Shape;153;p40"/>
          <p:cNvSpPr txBox="1"/>
          <p:nvPr>
            <p:ph idx="4" type="ctrTitle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4" name="Google Shape;154;p40"/>
          <p:cNvSpPr txBox="1"/>
          <p:nvPr>
            <p:ph idx="5" type="ctrTitle"/>
          </p:nvPr>
        </p:nvSpPr>
        <p:spPr>
          <a:xfrm>
            <a:off x="2928557" y="2993035"/>
            <a:ext cx="17988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55" name="Google Shape;155;p40"/>
          <p:cNvSpPr txBox="1"/>
          <p:nvPr>
            <p:ph idx="6" type="subTitle"/>
          </p:nvPr>
        </p:nvSpPr>
        <p:spPr>
          <a:xfrm>
            <a:off x="2928550" y="3553810"/>
            <a:ext cx="1476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1"/>
          <p:cNvSpPr txBox="1"/>
          <p:nvPr>
            <p:ph idx="1" type="subTitle"/>
          </p:nvPr>
        </p:nvSpPr>
        <p:spPr>
          <a:xfrm flipH="1">
            <a:off x="840600" y="2432150"/>
            <a:ext cx="1650300" cy="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8" name="Google Shape;158;p41"/>
          <p:cNvSpPr txBox="1"/>
          <p:nvPr>
            <p:ph idx="2" type="subTitle"/>
          </p:nvPr>
        </p:nvSpPr>
        <p:spPr>
          <a:xfrm>
            <a:off x="4702174" y="1049093"/>
            <a:ext cx="1960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9" name="Google Shape;159;p41"/>
          <p:cNvSpPr txBox="1"/>
          <p:nvPr>
            <p:ph type="ctrTitle"/>
          </p:nvPr>
        </p:nvSpPr>
        <p:spPr>
          <a:xfrm>
            <a:off x="-533400" y="2047350"/>
            <a:ext cx="3024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0" name="Google Shape;160;p41"/>
          <p:cNvSpPr txBox="1"/>
          <p:nvPr>
            <p:ph idx="3" type="ctrTitle"/>
          </p:nvPr>
        </p:nvSpPr>
        <p:spPr>
          <a:xfrm>
            <a:off x="4702174" y="664293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1" name="Google Shape;161;p41"/>
          <p:cNvSpPr txBox="1"/>
          <p:nvPr>
            <p:ph idx="4" type="subTitle"/>
          </p:nvPr>
        </p:nvSpPr>
        <p:spPr>
          <a:xfrm>
            <a:off x="4702174" y="3788925"/>
            <a:ext cx="2214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2" name="Google Shape;162;p41"/>
          <p:cNvSpPr txBox="1"/>
          <p:nvPr>
            <p:ph idx="5" type="ctrTitle"/>
          </p:nvPr>
        </p:nvSpPr>
        <p:spPr>
          <a:xfrm>
            <a:off x="4702174" y="3389725"/>
            <a:ext cx="24756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3" name="Google Shape;163;p41"/>
          <p:cNvSpPr txBox="1"/>
          <p:nvPr>
            <p:ph idx="6" type="ctrTitle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2"/>
          <p:cNvSpPr txBox="1"/>
          <p:nvPr>
            <p:ph type="ctrTitle"/>
          </p:nvPr>
        </p:nvSpPr>
        <p:spPr>
          <a:xfrm>
            <a:off x="631875" y="842025"/>
            <a:ext cx="287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42"/>
          <p:cNvSpPr txBox="1"/>
          <p:nvPr>
            <p:ph idx="1" type="subTitle"/>
          </p:nvPr>
        </p:nvSpPr>
        <p:spPr>
          <a:xfrm>
            <a:off x="631884" y="1410841"/>
            <a:ext cx="24807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7" name="Google Shape;167;p42"/>
          <p:cNvSpPr txBox="1"/>
          <p:nvPr>
            <p:ph idx="2" type="ctrTitle"/>
          </p:nvPr>
        </p:nvSpPr>
        <p:spPr>
          <a:xfrm>
            <a:off x="4213664" y="842025"/>
            <a:ext cx="26979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8" name="Google Shape;168;p42"/>
          <p:cNvSpPr txBox="1"/>
          <p:nvPr>
            <p:ph idx="3" type="subTitle"/>
          </p:nvPr>
        </p:nvSpPr>
        <p:spPr>
          <a:xfrm>
            <a:off x="4213664" y="1410841"/>
            <a:ext cx="25860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9" name="Google Shape;169;p42"/>
          <p:cNvSpPr txBox="1"/>
          <p:nvPr>
            <p:ph idx="4" type="ctrTitle"/>
          </p:nvPr>
        </p:nvSpPr>
        <p:spPr>
          <a:xfrm>
            <a:off x="631883" y="3331927"/>
            <a:ext cx="287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0" name="Google Shape;170;p42"/>
          <p:cNvSpPr txBox="1"/>
          <p:nvPr>
            <p:ph idx="5" type="subTitle"/>
          </p:nvPr>
        </p:nvSpPr>
        <p:spPr>
          <a:xfrm>
            <a:off x="631884" y="3914208"/>
            <a:ext cx="24807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42"/>
          <p:cNvSpPr txBox="1"/>
          <p:nvPr>
            <p:ph idx="6" type="ctrTitle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2" name="Google Shape;172;p42"/>
          <p:cNvSpPr txBox="1"/>
          <p:nvPr>
            <p:ph idx="7" type="ctrTitle"/>
          </p:nvPr>
        </p:nvSpPr>
        <p:spPr>
          <a:xfrm>
            <a:off x="4213664" y="3331934"/>
            <a:ext cx="25860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" name="Google Shape;173;p42"/>
          <p:cNvSpPr txBox="1"/>
          <p:nvPr>
            <p:ph idx="8" type="subTitle"/>
          </p:nvPr>
        </p:nvSpPr>
        <p:spPr>
          <a:xfrm>
            <a:off x="4213664" y="3914208"/>
            <a:ext cx="25860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3"/>
          <p:cNvSpPr txBox="1"/>
          <p:nvPr>
            <p:ph type="ctrTitle"/>
          </p:nvPr>
        </p:nvSpPr>
        <p:spPr>
          <a:xfrm>
            <a:off x="656422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43"/>
          <p:cNvSpPr txBox="1"/>
          <p:nvPr>
            <p:ph idx="1" type="subTitle"/>
          </p:nvPr>
        </p:nvSpPr>
        <p:spPr>
          <a:xfrm>
            <a:off x="656425" y="1886725"/>
            <a:ext cx="1563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7" name="Google Shape;177;p43"/>
          <p:cNvSpPr txBox="1"/>
          <p:nvPr>
            <p:ph idx="2" type="ctrTitle"/>
          </p:nvPr>
        </p:nvSpPr>
        <p:spPr>
          <a:xfrm>
            <a:off x="2650710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8" name="Google Shape;178;p43"/>
          <p:cNvSpPr txBox="1"/>
          <p:nvPr>
            <p:ph idx="3" type="subTitle"/>
          </p:nvPr>
        </p:nvSpPr>
        <p:spPr>
          <a:xfrm>
            <a:off x="2610700" y="1886725"/>
            <a:ext cx="19614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43"/>
          <p:cNvSpPr txBox="1"/>
          <p:nvPr>
            <p:ph idx="4" type="ctrTitle"/>
          </p:nvPr>
        </p:nvSpPr>
        <p:spPr>
          <a:xfrm>
            <a:off x="4638106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43"/>
          <p:cNvSpPr txBox="1"/>
          <p:nvPr>
            <p:ph idx="5" type="subTitle"/>
          </p:nvPr>
        </p:nvSpPr>
        <p:spPr>
          <a:xfrm>
            <a:off x="4878076" y="1886725"/>
            <a:ext cx="1648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1" name="Google Shape;181;p43"/>
          <p:cNvSpPr txBox="1"/>
          <p:nvPr>
            <p:ph idx="6" type="ctrTitle"/>
          </p:nvPr>
        </p:nvSpPr>
        <p:spPr>
          <a:xfrm rot="5400000">
            <a:off x="6865575" y="1466125"/>
            <a:ext cx="25530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2" name="Google Shape;182;p43"/>
          <p:cNvSpPr txBox="1"/>
          <p:nvPr>
            <p:ph idx="7" type="ctrTitle"/>
          </p:nvPr>
        </p:nvSpPr>
        <p:spPr>
          <a:xfrm>
            <a:off x="656422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3" name="Google Shape;183;p43"/>
          <p:cNvSpPr txBox="1"/>
          <p:nvPr>
            <p:ph idx="8" type="subTitle"/>
          </p:nvPr>
        </p:nvSpPr>
        <p:spPr>
          <a:xfrm>
            <a:off x="656425" y="3860125"/>
            <a:ext cx="1563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4" name="Google Shape;184;p43"/>
          <p:cNvSpPr txBox="1"/>
          <p:nvPr>
            <p:ph idx="9" type="ctrTitle"/>
          </p:nvPr>
        </p:nvSpPr>
        <p:spPr>
          <a:xfrm>
            <a:off x="2650710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5" name="Google Shape;185;p43"/>
          <p:cNvSpPr txBox="1"/>
          <p:nvPr>
            <p:ph idx="13" type="subTitle"/>
          </p:nvPr>
        </p:nvSpPr>
        <p:spPr>
          <a:xfrm>
            <a:off x="2610700" y="3860125"/>
            <a:ext cx="19614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6" name="Google Shape;186;p43"/>
          <p:cNvSpPr txBox="1"/>
          <p:nvPr>
            <p:ph idx="14" type="ctrTitle"/>
          </p:nvPr>
        </p:nvSpPr>
        <p:spPr>
          <a:xfrm>
            <a:off x="4638106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7" name="Google Shape;187;p43"/>
          <p:cNvSpPr txBox="1"/>
          <p:nvPr>
            <p:ph idx="15" type="subTitle"/>
          </p:nvPr>
        </p:nvSpPr>
        <p:spPr>
          <a:xfrm>
            <a:off x="4878076" y="3860125"/>
            <a:ext cx="1648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0" name="Google Shape;190;p44"/>
          <p:cNvSpPr txBox="1"/>
          <p:nvPr>
            <p:ph idx="1" type="subTitle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5"/>
          <p:cNvSpPr/>
          <p:nvPr/>
        </p:nvSpPr>
        <p:spPr>
          <a:xfrm flipH="1" rot="-5400000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5"/>
          <p:cNvSpPr/>
          <p:nvPr/>
        </p:nvSpPr>
        <p:spPr>
          <a:xfrm flipH="1" rot="-5400000">
            <a:off x="7474475" y="3397650"/>
            <a:ext cx="891300" cy="2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6"/>
          <p:cNvSpPr/>
          <p:nvPr/>
        </p:nvSpPr>
        <p:spPr>
          <a:xfrm>
            <a:off x="0" y="1577400"/>
            <a:ext cx="3621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1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700" y="0"/>
            <a:ext cx="70764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7"/>
          <p:cNvSpPr/>
          <p:nvPr/>
        </p:nvSpPr>
        <p:spPr>
          <a:xfrm>
            <a:off x="2067700" y="9525"/>
            <a:ext cx="7076400" cy="5143500"/>
          </a:xfrm>
          <a:prstGeom prst="rect">
            <a:avLst/>
          </a:prstGeom>
          <a:solidFill>
            <a:srgbClr val="CFC3AC">
              <a:alpha val="584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7"/>
          <p:cNvSpPr/>
          <p:nvPr/>
        </p:nvSpPr>
        <p:spPr>
          <a:xfrm rot="5400000">
            <a:off x="1428875" y="13850"/>
            <a:ext cx="3358800" cy="50265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7"/>
          <p:cNvSpPr txBox="1"/>
          <p:nvPr>
            <p:ph idx="1" type="subTitle"/>
          </p:nvPr>
        </p:nvSpPr>
        <p:spPr>
          <a:xfrm>
            <a:off x="940450" y="3321575"/>
            <a:ext cx="4372500" cy="7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Grupo: 13</a:t>
            </a:r>
            <a:endParaRPr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Materia: </a:t>
            </a:r>
            <a:r>
              <a:rPr lang="es-419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Ingeniería</a:t>
            </a:r>
            <a:r>
              <a:rPr lang="es-419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de Software 3</a:t>
            </a:r>
            <a:endParaRPr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Integrantes: Pondarré - Dellarupe - Pierini - Romagnoli - Spadari</a:t>
            </a:r>
            <a:endParaRPr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04" name="Google Shape;204;p47"/>
          <p:cNvSpPr txBox="1"/>
          <p:nvPr>
            <p:ph type="ctrTitle"/>
          </p:nvPr>
        </p:nvSpPr>
        <p:spPr>
          <a:xfrm>
            <a:off x="940450" y="1701225"/>
            <a:ext cx="4691400" cy="17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AEROPUERTO INTERNACIONAL DE DENVER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5" name="Google Shape;205;p47"/>
          <p:cNvSpPr/>
          <p:nvPr/>
        </p:nvSpPr>
        <p:spPr>
          <a:xfrm flipH="1" rot="-5400000">
            <a:off x="7354200" y="2416550"/>
            <a:ext cx="3358800" cy="2211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8"/>
          <p:cNvPicPr preferRelativeResize="0"/>
          <p:nvPr/>
        </p:nvPicPr>
        <p:blipFill rotWithShape="1">
          <a:blip r:embed="rId3">
            <a:alphaModFix/>
          </a:blip>
          <a:srcRect b="0" l="0" r="37500" t="0"/>
          <a:stretch/>
        </p:blipFill>
        <p:spPr>
          <a:xfrm>
            <a:off x="331425" y="271375"/>
            <a:ext cx="4224899" cy="450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8"/>
          <p:cNvPicPr preferRelativeResize="0"/>
          <p:nvPr/>
        </p:nvPicPr>
        <p:blipFill rotWithShape="1">
          <a:blip r:embed="rId4">
            <a:alphaModFix/>
          </a:blip>
          <a:srcRect b="0" l="24448" r="0" t="0"/>
          <a:stretch/>
        </p:blipFill>
        <p:spPr>
          <a:xfrm>
            <a:off x="331425" y="118975"/>
            <a:ext cx="4224900" cy="2535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8"/>
          <p:cNvPicPr preferRelativeResize="0"/>
          <p:nvPr/>
        </p:nvPicPr>
        <p:blipFill rotWithShape="1">
          <a:blip r:embed="rId5">
            <a:alphaModFix/>
          </a:blip>
          <a:srcRect b="0" l="8858" r="0" t="8155"/>
          <a:stretch/>
        </p:blipFill>
        <p:spPr>
          <a:xfrm>
            <a:off x="331425" y="2632075"/>
            <a:ext cx="4224901" cy="239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8"/>
          <p:cNvSpPr/>
          <p:nvPr/>
        </p:nvSpPr>
        <p:spPr>
          <a:xfrm rot="-5400000">
            <a:off x="6349650" y="-803975"/>
            <a:ext cx="1057500" cy="31041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8"/>
          <p:cNvSpPr txBox="1"/>
          <p:nvPr>
            <p:ph type="ctrTitle"/>
          </p:nvPr>
        </p:nvSpPr>
        <p:spPr>
          <a:xfrm>
            <a:off x="5432000" y="449275"/>
            <a:ext cx="2888100" cy="63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 EL PROYECTO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15" name="Google Shape;215;p48"/>
          <p:cNvSpPr txBox="1"/>
          <p:nvPr>
            <p:ph idx="1" type="subTitle"/>
          </p:nvPr>
        </p:nvSpPr>
        <p:spPr>
          <a:xfrm>
            <a:off x="5363550" y="1276825"/>
            <a:ext cx="2956500" cy="3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700">
                <a:latin typeface="Catamaran"/>
                <a:ea typeface="Catamaran"/>
                <a:cs typeface="Catamaran"/>
                <a:sym typeface="Catamaran"/>
              </a:rPr>
              <a:t>En 1991 el aeropuerto hizo un intento por remodelar y actualizar su sistema de facturación y traslado de equipaje. </a:t>
            </a:r>
            <a:endParaRPr sz="17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700">
                <a:latin typeface="Catamaran"/>
                <a:ea typeface="Catamaran"/>
                <a:cs typeface="Catamaran"/>
                <a:sym typeface="Catamaran"/>
              </a:rPr>
              <a:t>La idea consistía en colocar etiquetas de códigos de barras en cada maleta para que fueran transferidas en transportadores con carretillas automáticas </a:t>
            </a:r>
            <a:endParaRPr sz="17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16" name="Google Shape;216;p48"/>
          <p:cNvSpPr/>
          <p:nvPr/>
        </p:nvSpPr>
        <p:spPr>
          <a:xfrm rot="-5400000">
            <a:off x="6600" y="2117725"/>
            <a:ext cx="1057500" cy="1070700"/>
          </a:xfrm>
          <a:prstGeom prst="rect">
            <a:avLst/>
          </a:prstGeom>
          <a:gradFill>
            <a:gsLst>
              <a:gs pos="0">
                <a:srgbClr val="908269">
                  <a:alpha val="49019"/>
                </a:srgbClr>
              </a:gs>
              <a:gs pos="100000">
                <a:srgbClr val="908269"/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9"/>
          <p:cNvPicPr preferRelativeResize="0"/>
          <p:nvPr/>
        </p:nvPicPr>
        <p:blipFill rotWithShape="1">
          <a:blip r:embed="rId4">
            <a:alphaModFix/>
          </a:blip>
          <a:srcRect b="0" l="16052" r="16976" t="0"/>
          <a:stretch/>
        </p:blipFill>
        <p:spPr>
          <a:xfrm rot="5400000">
            <a:off x="4670950" y="689725"/>
            <a:ext cx="5170376" cy="37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9"/>
          <p:cNvSpPr txBox="1"/>
          <p:nvPr>
            <p:ph idx="1" type="subTitle"/>
          </p:nvPr>
        </p:nvSpPr>
        <p:spPr>
          <a:xfrm flipH="1">
            <a:off x="1516575" y="2001825"/>
            <a:ext cx="2653800" cy="15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60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Este sistema automatizaría el traslado de equipaje, integraría a las tres terminales y reduciría de forma notable el tiempo de asistencia en tierra de aviones.</a:t>
            </a:r>
            <a:endParaRPr sz="600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60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Reducir</a:t>
            </a:r>
            <a:r>
              <a:rPr lang="es-419" sz="60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ía los errores humanos y minimizaría las pérdidas de equipajes.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9"/>
          <p:cNvSpPr txBox="1"/>
          <p:nvPr>
            <p:ph type="title"/>
          </p:nvPr>
        </p:nvSpPr>
        <p:spPr>
          <a:xfrm>
            <a:off x="672375" y="1356275"/>
            <a:ext cx="3498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OBJETIVO</a:t>
            </a:r>
            <a:endParaRPr/>
          </a:p>
        </p:txBody>
      </p:sp>
      <p:sp>
        <p:nvSpPr>
          <p:cNvPr id="224" name="Google Shape;224;p49"/>
          <p:cNvSpPr/>
          <p:nvPr/>
        </p:nvSpPr>
        <p:spPr>
          <a:xfrm>
            <a:off x="0" y="1577400"/>
            <a:ext cx="3621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49"/>
          <p:cNvPicPr preferRelativeResize="0"/>
          <p:nvPr/>
        </p:nvPicPr>
        <p:blipFill rotWithShape="1">
          <a:blip r:embed="rId5">
            <a:alphaModFix/>
          </a:blip>
          <a:srcRect b="0" l="10569" r="9717" t="0"/>
          <a:stretch/>
        </p:blipFill>
        <p:spPr>
          <a:xfrm>
            <a:off x="5373825" y="1935450"/>
            <a:ext cx="2308000" cy="12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9"/>
          <p:cNvSpPr/>
          <p:nvPr/>
        </p:nvSpPr>
        <p:spPr>
          <a:xfrm>
            <a:off x="4819650" y="1577400"/>
            <a:ext cx="29910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0"/>
          <p:cNvSpPr/>
          <p:nvPr/>
        </p:nvSpPr>
        <p:spPr>
          <a:xfrm>
            <a:off x="3607473" y="2632200"/>
            <a:ext cx="3607500" cy="251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0"/>
          <p:cNvSpPr txBox="1"/>
          <p:nvPr>
            <p:ph idx="6" type="ctrTitle"/>
          </p:nvPr>
        </p:nvSpPr>
        <p:spPr>
          <a:xfrm rot="5400000">
            <a:off x="6685437" y="1631520"/>
            <a:ext cx="29133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¿EN </a:t>
            </a:r>
            <a:r>
              <a:rPr lang="es-419"/>
              <a:t>QUÉ</a:t>
            </a:r>
            <a:r>
              <a:rPr lang="es-419"/>
              <a:t> FALLARON?</a:t>
            </a:r>
            <a:endParaRPr/>
          </a:p>
        </p:txBody>
      </p:sp>
      <p:sp>
        <p:nvSpPr>
          <p:cNvPr id="233" name="Google Shape;233;p50"/>
          <p:cNvSpPr txBox="1"/>
          <p:nvPr>
            <p:ph idx="7" type="ctrTitle"/>
          </p:nvPr>
        </p:nvSpPr>
        <p:spPr>
          <a:xfrm>
            <a:off x="4213664" y="3331934"/>
            <a:ext cx="25860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FALTA DE </a:t>
            </a:r>
            <a:r>
              <a:rPr lang="es-419"/>
              <a:t>GESTIÓN</a:t>
            </a:r>
            <a:r>
              <a:rPr lang="es-419"/>
              <a:t> DE RIESGOS</a:t>
            </a:r>
            <a:endParaRPr/>
          </a:p>
        </p:txBody>
      </p:sp>
      <p:sp>
        <p:nvSpPr>
          <p:cNvPr id="234" name="Google Shape;234;p50"/>
          <p:cNvSpPr txBox="1"/>
          <p:nvPr>
            <p:ph idx="8" type="subTitle"/>
          </p:nvPr>
        </p:nvSpPr>
        <p:spPr>
          <a:xfrm>
            <a:off x="-837636" y="-1048942"/>
            <a:ext cx="25860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Venus has a beautiful name and is the second planet from the Sun. It’s terribly hot, even hotter than Mercury</a:t>
            </a:r>
            <a:endParaRPr/>
          </a:p>
        </p:txBody>
      </p:sp>
      <p:sp>
        <p:nvSpPr>
          <p:cNvPr id="235" name="Google Shape;235;p50"/>
          <p:cNvSpPr/>
          <p:nvPr/>
        </p:nvSpPr>
        <p:spPr>
          <a:xfrm>
            <a:off x="0" y="0"/>
            <a:ext cx="3607500" cy="26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0"/>
          <p:cNvSpPr/>
          <p:nvPr/>
        </p:nvSpPr>
        <p:spPr>
          <a:xfrm>
            <a:off x="3607486" y="-25500"/>
            <a:ext cx="3607500" cy="263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237" name="Google Shape;237;p50"/>
          <p:cNvSpPr/>
          <p:nvPr/>
        </p:nvSpPr>
        <p:spPr>
          <a:xfrm>
            <a:off x="0" y="2632200"/>
            <a:ext cx="3607500" cy="251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0"/>
          <p:cNvSpPr txBox="1"/>
          <p:nvPr>
            <p:ph idx="1" type="subTitle"/>
          </p:nvPr>
        </p:nvSpPr>
        <p:spPr>
          <a:xfrm>
            <a:off x="631884" y="1410841"/>
            <a:ext cx="24807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Llevó</a:t>
            </a:r>
            <a:r>
              <a:rPr lang="es-419"/>
              <a:t> a que la empresa </a:t>
            </a:r>
            <a:r>
              <a:rPr lang="es-419"/>
              <a:t>tomara</a:t>
            </a:r>
            <a:r>
              <a:rPr lang="es-419"/>
              <a:t> compromisos irreales en cuanto a alcance, tiempo y presupuesto.</a:t>
            </a:r>
            <a:endParaRPr/>
          </a:p>
        </p:txBody>
      </p:sp>
      <p:sp>
        <p:nvSpPr>
          <p:cNvPr id="239" name="Google Shape;239;p50"/>
          <p:cNvSpPr txBox="1"/>
          <p:nvPr>
            <p:ph idx="3" type="subTitle"/>
          </p:nvPr>
        </p:nvSpPr>
        <p:spPr>
          <a:xfrm>
            <a:off x="4213664" y="1410841"/>
            <a:ext cx="25860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I</a:t>
            </a:r>
            <a:r>
              <a:rPr lang="es-419">
                <a:solidFill>
                  <a:schemeClr val="lt1"/>
                </a:solidFill>
              </a:rPr>
              <a:t>nicialmente, cada aerolínea gestionaría su propio sistema. Luego, el aeropuerto decidió integrar todo en un único sistema centralizado.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0" name="Google Shape;240;p50"/>
          <p:cNvSpPr txBox="1"/>
          <p:nvPr>
            <p:ph idx="5" type="subTitle"/>
          </p:nvPr>
        </p:nvSpPr>
        <p:spPr>
          <a:xfrm>
            <a:off x="631884" y="3914208"/>
            <a:ext cx="24807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Derivó en una pobre coordinación entre disciplinas.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Las partes interesadas no fueron incluidas desde el inicio, y luego cuando se incorporaron, solicitaron cambios que generaron rediseños costosos y retrasos.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50"/>
          <p:cNvSpPr txBox="1"/>
          <p:nvPr>
            <p:ph idx="2" type="ctrTitle"/>
          </p:nvPr>
        </p:nvSpPr>
        <p:spPr>
          <a:xfrm>
            <a:off x="4213664" y="842025"/>
            <a:ext cx="26979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CAMBIO </a:t>
            </a:r>
            <a:r>
              <a:rPr lang="es-419">
                <a:solidFill>
                  <a:schemeClr val="lt1"/>
                </a:solidFill>
              </a:rPr>
              <a:t>TARDÍO</a:t>
            </a:r>
            <a:r>
              <a:rPr lang="es-419">
                <a:solidFill>
                  <a:schemeClr val="lt1"/>
                </a:solidFill>
              </a:rPr>
              <a:t> DE ESTRATEGIA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2" name="Google Shape;242;p50"/>
          <p:cNvSpPr txBox="1"/>
          <p:nvPr>
            <p:ph idx="4" type="ctrTitle"/>
          </p:nvPr>
        </p:nvSpPr>
        <p:spPr>
          <a:xfrm>
            <a:off x="631883" y="3331927"/>
            <a:ext cx="287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EXCLUSIÓN</a:t>
            </a:r>
            <a:r>
              <a:rPr lang="es-419">
                <a:solidFill>
                  <a:schemeClr val="lt1"/>
                </a:solidFill>
              </a:rPr>
              <a:t> DE PARTES INTERESADAS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3" name="Google Shape;243;p50"/>
          <p:cNvSpPr txBox="1"/>
          <p:nvPr>
            <p:ph type="ctrTitle"/>
          </p:nvPr>
        </p:nvSpPr>
        <p:spPr>
          <a:xfrm>
            <a:off x="631875" y="842025"/>
            <a:ext cx="287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SUBESTIMACIÓN</a:t>
            </a:r>
            <a:r>
              <a:rPr lang="es-419"/>
              <a:t> DE LA COMPLEJIDAD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4" name="Google Shape;244;p50"/>
          <p:cNvSpPr txBox="1"/>
          <p:nvPr/>
        </p:nvSpPr>
        <p:spPr>
          <a:xfrm flipH="1" rot="5400000">
            <a:off x="7106325" y="3699600"/>
            <a:ext cx="19851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Causado por falta de experiencia y liderazgo </a:t>
            </a:r>
            <a:r>
              <a:rPr lang="es-419" sz="11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técnico</a:t>
            </a:r>
            <a:endParaRPr sz="130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245" name="Google Shape;245;p50"/>
          <p:cNvSpPr txBox="1"/>
          <p:nvPr/>
        </p:nvSpPr>
        <p:spPr>
          <a:xfrm>
            <a:off x="5269450" y="4859100"/>
            <a:ext cx="388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246" name="Google Shape;246;p50"/>
          <p:cNvSpPr txBox="1"/>
          <p:nvPr>
            <p:ph idx="3" type="subTitle"/>
          </p:nvPr>
        </p:nvSpPr>
        <p:spPr>
          <a:xfrm>
            <a:off x="4213664" y="3976616"/>
            <a:ext cx="25860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2"/>
                </a:solidFill>
              </a:rPr>
              <a:t>No se identificaron ni se mitigaron riesgos clave. La </a:t>
            </a:r>
            <a:r>
              <a:rPr lang="es-419">
                <a:solidFill>
                  <a:schemeClr val="accent2"/>
                </a:solidFill>
              </a:rPr>
              <a:t>mayoría</a:t>
            </a:r>
            <a:r>
              <a:rPr lang="es-419">
                <a:solidFill>
                  <a:schemeClr val="accent2"/>
                </a:solidFill>
              </a:rPr>
              <a:t> de ellos teniendo que ver directamente con partes interesadas y expertos del dominio.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1"/>
          <p:cNvSpPr/>
          <p:nvPr/>
        </p:nvSpPr>
        <p:spPr>
          <a:xfrm>
            <a:off x="7061550" y="0"/>
            <a:ext cx="2206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252" name="Google Shape;252;p51"/>
          <p:cNvSpPr txBox="1"/>
          <p:nvPr>
            <p:ph idx="6" type="ctrTitle"/>
          </p:nvPr>
        </p:nvSpPr>
        <p:spPr>
          <a:xfrm rot="5400000">
            <a:off x="6936175" y="1373625"/>
            <a:ext cx="2941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BUENA </a:t>
            </a:r>
            <a:r>
              <a:rPr lang="es-419">
                <a:solidFill>
                  <a:schemeClr val="lt1"/>
                </a:solidFill>
              </a:rPr>
              <a:t>ADMINISTRACIÓN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3" name="Google Shape;253;p51"/>
          <p:cNvSpPr txBox="1"/>
          <p:nvPr>
            <p:ph idx="7" type="ctrTitle"/>
          </p:nvPr>
        </p:nvSpPr>
        <p:spPr>
          <a:xfrm>
            <a:off x="524800" y="3043700"/>
            <a:ext cx="1881300" cy="3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Estimaciones realistas</a:t>
            </a:r>
            <a:endParaRPr sz="1200"/>
          </a:p>
        </p:txBody>
      </p:sp>
      <p:sp>
        <p:nvSpPr>
          <p:cNvPr id="254" name="Google Shape;254;p51"/>
          <p:cNvSpPr txBox="1"/>
          <p:nvPr>
            <p:ph idx="8" type="subTitle"/>
          </p:nvPr>
        </p:nvSpPr>
        <p:spPr>
          <a:xfrm>
            <a:off x="517825" y="3347550"/>
            <a:ext cx="1822800" cy="12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Todo proyecto debe utilizar técnicas adecuadas de estimación de tiempo y costos, teniendo en cuenta la complejidad del mismo, los recursos disponibles y los posibles cuellos de botella</a:t>
            </a:r>
            <a:endParaRPr/>
          </a:p>
        </p:txBody>
      </p:sp>
      <p:sp>
        <p:nvSpPr>
          <p:cNvPr id="255" name="Google Shape;255;p51"/>
          <p:cNvSpPr txBox="1"/>
          <p:nvPr>
            <p:ph idx="1" type="subTitle"/>
          </p:nvPr>
        </p:nvSpPr>
        <p:spPr>
          <a:xfrm>
            <a:off x="517825" y="1511700"/>
            <a:ext cx="1563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proyecto debe tener una clara </a:t>
            </a:r>
            <a:r>
              <a:rPr lang="es-419"/>
              <a:t>definición</a:t>
            </a:r>
            <a:r>
              <a:rPr lang="es-419"/>
              <a:t> de su alcance. Utilizando distintas herramientas como WBS</a:t>
            </a:r>
            <a:endParaRPr/>
          </a:p>
        </p:txBody>
      </p:sp>
      <p:sp>
        <p:nvSpPr>
          <p:cNvPr id="256" name="Google Shape;256;p51"/>
          <p:cNvSpPr txBox="1"/>
          <p:nvPr>
            <p:ph idx="3" type="subTitle"/>
          </p:nvPr>
        </p:nvSpPr>
        <p:spPr>
          <a:xfrm>
            <a:off x="2472100" y="1511700"/>
            <a:ext cx="19614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 crucial identificar los riesgos desde la etapa de </a:t>
            </a:r>
            <a:r>
              <a:rPr lang="es-419"/>
              <a:t>planificación</a:t>
            </a:r>
            <a:r>
              <a:rPr lang="es-419"/>
              <a:t> y establecer estrategias para mitigarlo. </a:t>
            </a:r>
            <a:endParaRPr/>
          </a:p>
        </p:txBody>
      </p:sp>
      <p:sp>
        <p:nvSpPr>
          <p:cNvPr id="257" name="Google Shape;257;p51"/>
          <p:cNvSpPr txBox="1"/>
          <p:nvPr>
            <p:ph idx="5" type="subTitle"/>
          </p:nvPr>
        </p:nvSpPr>
        <p:spPr>
          <a:xfrm>
            <a:off x="4739476" y="1511700"/>
            <a:ext cx="1648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Incluir a todos los interesados clave desde el comienzo de proyecto es fundamental. </a:t>
            </a:r>
            <a:endParaRPr/>
          </a:p>
        </p:txBody>
      </p:sp>
      <p:sp>
        <p:nvSpPr>
          <p:cNvPr id="258" name="Google Shape;258;p51"/>
          <p:cNvSpPr txBox="1"/>
          <p:nvPr>
            <p:ph idx="2" type="ctrTitle"/>
          </p:nvPr>
        </p:nvSpPr>
        <p:spPr>
          <a:xfrm>
            <a:off x="2508660" y="919991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Gestión</a:t>
            </a:r>
            <a:r>
              <a:rPr lang="es-419" sz="1200"/>
              <a:t> de riesgo </a:t>
            </a:r>
            <a:endParaRPr sz="1200"/>
          </a:p>
        </p:txBody>
      </p:sp>
      <p:sp>
        <p:nvSpPr>
          <p:cNvPr id="259" name="Google Shape;259;p51"/>
          <p:cNvSpPr txBox="1"/>
          <p:nvPr>
            <p:ph idx="4" type="ctrTitle"/>
          </p:nvPr>
        </p:nvSpPr>
        <p:spPr>
          <a:xfrm>
            <a:off x="4506475" y="1112247"/>
            <a:ext cx="1881300" cy="4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Gestión</a:t>
            </a:r>
            <a:r>
              <a:rPr lang="es-419" sz="1200"/>
              <a:t> de interesados</a:t>
            </a:r>
            <a:endParaRPr sz="1200"/>
          </a:p>
        </p:txBody>
      </p:sp>
      <p:sp>
        <p:nvSpPr>
          <p:cNvPr id="260" name="Google Shape;260;p51"/>
          <p:cNvSpPr txBox="1"/>
          <p:nvPr>
            <p:ph type="ctrTitle"/>
          </p:nvPr>
        </p:nvSpPr>
        <p:spPr>
          <a:xfrm>
            <a:off x="517822" y="1019391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Planificación</a:t>
            </a:r>
            <a:r>
              <a:rPr lang="es-419" sz="1200"/>
              <a:t> y </a:t>
            </a:r>
            <a:r>
              <a:rPr lang="es-419" sz="1200"/>
              <a:t>definición</a:t>
            </a:r>
            <a:r>
              <a:rPr lang="es-419" sz="1200"/>
              <a:t> clara de alcance</a:t>
            </a:r>
            <a:endParaRPr sz="1200"/>
          </a:p>
        </p:txBody>
      </p:sp>
      <p:sp>
        <p:nvSpPr>
          <p:cNvPr id="261" name="Google Shape;261;p51"/>
          <p:cNvSpPr/>
          <p:nvPr/>
        </p:nvSpPr>
        <p:spPr>
          <a:xfrm>
            <a:off x="620000" y="545975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1"/>
          <p:cNvSpPr/>
          <p:nvPr/>
        </p:nvSpPr>
        <p:spPr>
          <a:xfrm>
            <a:off x="3217566" y="545975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1"/>
          <p:cNvSpPr/>
          <p:nvPr/>
        </p:nvSpPr>
        <p:spPr>
          <a:xfrm>
            <a:off x="5833488" y="545975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1"/>
          <p:cNvSpPr/>
          <p:nvPr/>
        </p:nvSpPr>
        <p:spPr>
          <a:xfrm>
            <a:off x="620000" y="252595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1"/>
          <p:cNvSpPr/>
          <p:nvPr/>
        </p:nvSpPr>
        <p:spPr>
          <a:xfrm>
            <a:off x="3217566" y="252595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1"/>
          <p:cNvSpPr/>
          <p:nvPr/>
        </p:nvSpPr>
        <p:spPr>
          <a:xfrm>
            <a:off x="5833488" y="252595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p51"/>
          <p:cNvGrpSpPr/>
          <p:nvPr/>
        </p:nvGrpSpPr>
        <p:grpSpPr>
          <a:xfrm>
            <a:off x="658250" y="600132"/>
            <a:ext cx="382519" cy="350682"/>
            <a:chOff x="2903337" y="4279032"/>
            <a:chExt cx="382519" cy="350682"/>
          </a:xfrm>
        </p:grpSpPr>
        <p:sp>
          <p:nvSpPr>
            <p:cNvPr id="268" name="Google Shape;268;p51"/>
            <p:cNvSpPr/>
            <p:nvPr/>
          </p:nvSpPr>
          <p:spPr>
            <a:xfrm>
              <a:off x="2966979" y="4320570"/>
              <a:ext cx="202248" cy="184183"/>
            </a:xfrm>
            <a:custGeom>
              <a:rect b="b" l="l" r="r" t="t"/>
              <a:pathLst>
                <a:path extrusionOk="0" h="5791" w="6359">
                  <a:moveTo>
                    <a:pt x="3179" y="361"/>
                  </a:moveTo>
                  <a:cubicBezTo>
                    <a:pt x="3834" y="361"/>
                    <a:pt x="4477" y="611"/>
                    <a:pt x="4989" y="1099"/>
                  </a:cubicBezTo>
                  <a:cubicBezTo>
                    <a:pt x="5965" y="2087"/>
                    <a:pt x="5965" y="3707"/>
                    <a:pt x="4965" y="4683"/>
                  </a:cubicBezTo>
                  <a:cubicBezTo>
                    <a:pt x="4465" y="5183"/>
                    <a:pt x="3813" y="5433"/>
                    <a:pt x="3164" y="5433"/>
                  </a:cubicBezTo>
                  <a:cubicBezTo>
                    <a:pt x="2515" y="5433"/>
                    <a:pt x="1870" y="5183"/>
                    <a:pt x="1381" y="4683"/>
                  </a:cubicBezTo>
                  <a:cubicBezTo>
                    <a:pt x="393" y="3695"/>
                    <a:pt x="381" y="2087"/>
                    <a:pt x="1381" y="1099"/>
                  </a:cubicBezTo>
                  <a:cubicBezTo>
                    <a:pt x="1870" y="611"/>
                    <a:pt x="2524" y="361"/>
                    <a:pt x="3179" y="361"/>
                  </a:cubicBezTo>
                  <a:close/>
                  <a:moveTo>
                    <a:pt x="3179" y="1"/>
                  </a:moveTo>
                  <a:cubicBezTo>
                    <a:pt x="2438" y="1"/>
                    <a:pt x="1697" y="284"/>
                    <a:pt x="1131" y="849"/>
                  </a:cubicBezTo>
                  <a:cubicBezTo>
                    <a:pt x="0" y="1980"/>
                    <a:pt x="0" y="3814"/>
                    <a:pt x="1131" y="4945"/>
                  </a:cubicBezTo>
                  <a:cubicBezTo>
                    <a:pt x="1691" y="5504"/>
                    <a:pt x="2441" y="5790"/>
                    <a:pt x="3167" y="5790"/>
                  </a:cubicBezTo>
                  <a:cubicBezTo>
                    <a:pt x="3917" y="5790"/>
                    <a:pt x="4644" y="5504"/>
                    <a:pt x="5203" y="4945"/>
                  </a:cubicBezTo>
                  <a:cubicBezTo>
                    <a:pt x="6358" y="3814"/>
                    <a:pt x="6358" y="1980"/>
                    <a:pt x="5227" y="849"/>
                  </a:cubicBezTo>
                  <a:cubicBezTo>
                    <a:pt x="4662" y="284"/>
                    <a:pt x="3920" y="1"/>
                    <a:pt x="3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51"/>
            <p:cNvSpPr/>
            <p:nvPr/>
          </p:nvSpPr>
          <p:spPr>
            <a:xfrm>
              <a:off x="2903337" y="4279032"/>
              <a:ext cx="382519" cy="350682"/>
            </a:xfrm>
            <a:custGeom>
              <a:rect b="b" l="l" r="r" t="t"/>
              <a:pathLst>
                <a:path extrusionOk="0" h="11026" w="12027">
                  <a:moveTo>
                    <a:pt x="5168" y="1072"/>
                  </a:moveTo>
                  <a:cubicBezTo>
                    <a:pt x="5966" y="1072"/>
                    <a:pt x="6776" y="1381"/>
                    <a:pt x="7383" y="1988"/>
                  </a:cubicBezTo>
                  <a:cubicBezTo>
                    <a:pt x="8609" y="3215"/>
                    <a:pt x="8609" y="5203"/>
                    <a:pt x="7383" y="6429"/>
                  </a:cubicBezTo>
                  <a:cubicBezTo>
                    <a:pt x="6776" y="7037"/>
                    <a:pt x="5966" y="7346"/>
                    <a:pt x="5168" y="7346"/>
                  </a:cubicBezTo>
                  <a:cubicBezTo>
                    <a:pt x="4359" y="7334"/>
                    <a:pt x="3561" y="7037"/>
                    <a:pt x="2954" y="6429"/>
                  </a:cubicBezTo>
                  <a:cubicBezTo>
                    <a:pt x="1727" y="5203"/>
                    <a:pt x="1727" y="3215"/>
                    <a:pt x="2954" y="1988"/>
                  </a:cubicBezTo>
                  <a:cubicBezTo>
                    <a:pt x="3561" y="1381"/>
                    <a:pt x="4359" y="1072"/>
                    <a:pt x="5168" y="1072"/>
                  </a:cubicBezTo>
                  <a:close/>
                  <a:moveTo>
                    <a:pt x="7788" y="6513"/>
                  </a:moveTo>
                  <a:lnTo>
                    <a:pt x="8538" y="7263"/>
                  </a:lnTo>
                  <a:lnTo>
                    <a:pt x="8240" y="7561"/>
                  </a:lnTo>
                  <a:lnTo>
                    <a:pt x="7490" y="6810"/>
                  </a:lnTo>
                  <a:cubicBezTo>
                    <a:pt x="7550" y="6763"/>
                    <a:pt x="7597" y="6727"/>
                    <a:pt x="7633" y="6668"/>
                  </a:cubicBezTo>
                  <a:lnTo>
                    <a:pt x="7788" y="6513"/>
                  </a:lnTo>
                  <a:close/>
                  <a:moveTo>
                    <a:pt x="9038" y="7251"/>
                  </a:moveTo>
                  <a:cubicBezTo>
                    <a:pt x="9050" y="7251"/>
                    <a:pt x="9050" y="7251"/>
                    <a:pt x="9074" y="7275"/>
                  </a:cubicBezTo>
                  <a:lnTo>
                    <a:pt x="11276" y="9477"/>
                  </a:lnTo>
                  <a:lnTo>
                    <a:pt x="10455" y="10287"/>
                  </a:lnTo>
                  <a:lnTo>
                    <a:pt x="8252" y="8084"/>
                  </a:lnTo>
                  <a:cubicBezTo>
                    <a:pt x="8240" y="8073"/>
                    <a:pt x="8240" y="8061"/>
                    <a:pt x="8240" y="8061"/>
                  </a:cubicBezTo>
                  <a:cubicBezTo>
                    <a:pt x="8240" y="8049"/>
                    <a:pt x="8240" y="8049"/>
                    <a:pt x="8252" y="8037"/>
                  </a:cubicBezTo>
                  <a:lnTo>
                    <a:pt x="9014" y="7275"/>
                  </a:lnTo>
                  <a:cubicBezTo>
                    <a:pt x="9026" y="7251"/>
                    <a:pt x="9026" y="7251"/>
                    <a:pt x="9038" y="7251"/>
                  </a:cubicBezTo>
                  <a:close/>
                  <a:moveTo>
                    <a:pt x="11514" y="9716"/>
                  </a:moveTo>
                  <a:lnTo>
                    <a:pt x="11621" y="9835"/>
                  </a:lnTo>
                  <a:cubicBezTo>
                    <a:pt x="11645" y="9847"/>
                    <a:pt x="11645" y="9882"/>
                    <a:pt x="11633" y="9894"/>
                  </a:cubicBezTo>
                  <a:lnTo>
                    <a:pt x="10871" y="10656"/>
                  </a:lnTo>
                  <a:cubicBezTo>
                    <a:pt x="10859" y="10668"/>
                    <a:pt x="10859" y="10668"/>
                    <a:pt x="10836" y="10668"/>
                  </a:cubicBezTo>
                  <a:cubicBezTo>
                    <a:pt x="10824" y="10668"/>
                    <a:pt x="10824" y="10668"/>
                    <a:pt x="10812" y="10656"/>
                  </a:cubicBezTo>
                  <a:lnTo>
                    <a:pt x="10693" y="10537"/>
                  </a:lnTo>
                  <a:lnTo>
                    <a:pt x="11514" y="9716"/>
                  </a:ln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lnTo>
                    <a:pt x="1" y="8715"/>
                  </a:lnTo>
                  <a:cubicBezTo>
                    <a:pt x="1" y="8942"/>
                    <a:pt x="180" y="9132"/>
                    <a:pt x="418" y="9132"/>
                  </a:cubicBezTo>
                  <a:lnTo>
                    <a:pt x="5859" y="9132"/>
                  </a:lnTo>
                  <a:cubicBezTo>
                    <a:pt x="5954" y="9132"/>
                    <a:pt x="6037" y="9061"/>
                    <a:pt x="6037" y="8954"/>
                  </a:cubicBezTo>
                  <a:cubicBezTo>
                    <a:pt x="6037" y="8846"/>
                    <a:pt x="5954" y="8775"/>
                    <a:pt x="5859" y="8775"/>
                  </a:cubicBezTo>
                  <a:lnTo>
                    <a:pt x="418" y="8775"/>
                  </a:lnTo>
                  <a:cubicBezTo>
                    <a:pt x="394" y="8775"/>
                    <a:pt x="358" y="8739"/>
                    <a:pt x="358" y="8715"/>
                  </a:cubicBezTo>
                  <a:lnTo>
                    <a:pt x="358" y="1631"/>
                  </a:lnTo>
                  <a:lnTo>
                    <a:pt x="2787" y="1631"/>
                  </a:lnTo>
                  <a:lnTo>
                    <a:pt x="2704" y="1727"/>
                  </a:lnTo>
                  <a:cubicBezTo>
                    <a:pt x="1346" y="3072"/>
                    <a:pt x="1346" y="5298"/>
                    <a:pt x="2704" y="6668"/>
                  </a:cubicBezTo>
                  <a:cubicBezTo>
                    <a:pt x="3382" y="7346"/>
                    <a:pt x="4275" y="7692"/>
                    <a:pt x="5168" y="7692"/>
                  </a:cubicBezTo>
                  <a:cubicBezTo>
                    <a:pt x="5883" y="7692"/>
                    <a:pt x="6597" y="7465"/>
                    <a:pt x="7204" y="7037"/>
                  </a:cubicBezTo>
                  <a:lnTo>
                    <a:pt x="7978" y="7811"/>
                  </a:lnTo>
                  <a:cubicBezTo>
                    <a:pt x="7919" y="7882"/>
                    <a:pt x="7883" y="7977"/>
                    <a:pt x="7883" y="8061"/>
                  </a:cubicBezTo>
                  <a:cubicBezTo>
                    <a:pt x="7883" y="8168"/>
                    <a:pt x="7919" y="8275"/>
                    <a:pt x="8002" y="8346"/>
                  </a:cubicBezTo>
                  <a:lnTo>
                    <a:pt x="8443" y="8787"/>
                  </a:lnTo>
                  <a:lnTo>
                    <a:pt x="6609" y="8787"/>
                  </a:lnTo>
                  <a:cubicBezTo>
                    <a:pt x="6514" y="8787"/>
                    <a:pt x="6430" y="8870"/>
                    <a:pt x="6430" y="8966"/>
                  </a:cubicBezTo>
                  <a:cubicBezTo>
                    <a:pt x="6430" y="9073"/>
                    <a:pt x="6514" y="9144"/>
                    <a:pt x="6609" y="9144"/>
                  </a:cubicBezTo>
                  <a:lnTo>
                    <a:pt x="8800" y="9144"/>
                  </a:lnTo>
                  <a:lnTo>
                    <a:pt x="10562" y="10906"/>
                  </a:lnTo>
                  <a:cubicBezTo>
                    <a:pt x="10633" y="10978"/>
                    <a:pt x="10740" y="11025"/>
                    <a:pt x="10836" y="11025"/>
                  </a:cubicBezTo>
                  <a:cubicBezTo>
                    <a:pt x="10943" y="11025"/>
                    <a:pt x="11050" y="10978"/>
                    <a:pt x="11121" y="10906"/>
                  </a:cubicBezTo>
                  <a:lnTo>
                    <a:pt x="11883" y="10144"/>
                  </a:lnTo>
                  <a:cubicBezTo>
                    <a:pt x="12026" y="9978"/>
                    <a:pt x="12026" y="9728"/>
                    <a:pt x="11872" y="9585"/>
                  </a:cubicBezTo>
                  <a:lnTo>
                    <a:pt x="11062" y="8775"/>
                  </a:lnTo>
                  <a:lnTo>
                    <a:pt x="11062" y="8727"/>
                  </a:lnTo>
                  <a:lnTo>
                    <a:pt x="11062" y="7025"/>
                  </a:lnTo>
                  <a:cubicBezTo>
                    <a:pt x="11062" y="6918"/>
                    <a:pt x="10990" y="6846"/>
                    <a:pt x="10883" y="6846"/>
                  </a:cubicBezTo>
                  <a:cubicBezTo>
                    <a:pt x="10776" y="6846"/>
                    <a:pt x="10705" y="6918"/>
                    <a:pt x="10705" y="7025"/>
                  </a:cubicBezTo>
                  <a:lnTo>
                    <a:pt x="10705" y="8430"/>
                  </a:lnTo>
                  <a:lnTo>
                    <a:pt x="9312" y="7037"/>
                  </a:lnTo>
                  <a:cubicBezTo>
                    <a:pt x="9233" y="6958"/>
                    <a:pt x="9132" y="6919"/>
                    <a:pt x="9034" y="6919"/>
                  </a:cubicBezTo>
                  <a:cubicBezTo>
                    <a:pt x="8939" y="6919"/>
                    <a:pt x="8846" y="6955"/>
                    <a:pt x="8776" y="7025"/>
                  </a:cubicBezTo>
                  <a:lnTo>
                    <a:pt x="8002" y="6251"/>
                  </a:lnTo>
                  <a:cubicBezTo>
                    <a:pt x="8978" y="4882"/>
                    <a:pt x="8859" y="2953"/>
                    <a:pt x="7633" y="1738"/>
                  </a:cubicBezTo>
                  <a:lnTo>
                    <a:pt x="7550" y="1643"/>
                  </a:lnTo>
                  <a:lnTo>
                    <a:pt x="10705" y="1643"/>
                  </a:lnTo>
                  <a:lnTo>
                    <a:pt x="10705" y="6251"/>
                  </a:lnTo>
                  <a:cubicBezTo>
                    <a:pt x="10705" y="6346"/>
                    <a:pt x="10776" y="6429"/>
                    <a:pt x="10883" y="6429"/>
                  </a:cubicBezTo>
                  <a:cubicBezTo>
                    <a:pt x="10990" y="6429"/>
                    <a:pt x="11062" y="6346"/>
                    <a:pt x="11062" y="6251"/>
                  </a:cubicBezTo>
                  <a:lnTo>
                    <a:pt x="11062" y="655"/>
                  </a:lnTo>
                  <a:cubicBezTo>
                    <a:pt x="11062" y="298"/>
                    <a:pt x="10764" y="0"/>
                    <a:pt x="10407" y="0"/>
                  </a:cubicBezTo>
                  <a:lnTo>
                    <a:pt x="8812" y="0"/>
                  </a:lnTo>
                  <a:cubicBezTo>
                    <a:pt x="8716" y="0"/>
                    <a:pt x="8633" y="72"/>
                    <a:pt x="8633" y="179"/>
                  </a:cubicBezTo>
                  <a:cubicBezTo>
                    <a:pt x="8633" y="274"/>
                    <a:pt x="8716" y="357"/>
                    <a:pt x="8812" y="357"/>
                  </a:cubicBezTo>
                  <a:lnTo>
                    <a:pt x="10407" y="357"/>
                  </a:lnTo>
                  <a:cubicBezTo>
                    <a:pt x="10574" y="357"/>
                    <a:pt x="10705" y="488"/>
                    <a:pt x="10705" y="655"/>
                  </a:cubicBezTo>
                  <a:lnTo>
                    <a:pt x="10705" y="1286"/>
                  </a:lnTo>
                  <a:lnTo>
                    <a:pt x="7109" y="1286"/>
                  </a:lnTo>
                  <a:cubicBezTo>
                    <a:pt x="6520" y="899"/>
                    <a:pt x="5841" y="706"/>
                    <a:pt x="5165" y="706"/>
                  </a:cubicBezTo>
                  <a:cubicBezTo>
                    <a:pt x="4490" y="706"/>
                    <a:pt x="3817" y="899"/>
                    <a:pt x="3239" y="1286"/>
                  </a:cubicBezTo>
                  <a:lnTo>
                    <a:pt x="358" y="1286"/>
                  </a:lnTo>
                  <a:lnTo>
                    <a:pt x="358" y="655"/>
                  </a:lnTo>
                  <a:cubicBezTo>
                    <a:pt x="358" y="488"/>
                    <a:pt x="501" y="357"/>
                    <a:pt x="656" y="357"/>
                  </a:cubicBezTo>
                  <a:lnTo>
                    <a:pt x="8062" y="357"/>
                  </a:lnTo>
                  <a:cubicBezTo>
                    <a:pt x="8157" y="357"/>
                    <a:pt x="8240" y="274"/>
                    <a:pt x="8240" y="179"/>
                  </a:cubicBezTo>
                  <a:cubicBezTo>
                    <a:pt x="8240" y="72"/>
                    <a:pt x="8157" y="0"/>
                    <a:pt x="8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51"/>
            <p:cNvSpPr/>
            <p:nvPr/>
          </p:nvSpPr>
          <p:spPr>
            <a:xfrm>
              <a:off x="2937814" y="4300215"/>
              <a:ext cx="11768" cy="11418"/>
            </a:xfrm>
            <a:custGeom>
              <a:rect b="b" l="l" r="r" t="t"/>
              <a:pathLst>
                <a:path extrusionOk="0" h="359" w="370">
                  <a:moveTo>
                    <a:pt x="191" y="1"/>
                  </a:moveTo>
                  <a:cubicBezTo>
                    <a:pt x="84" y="1"/>
                    <a:pt x="0" y="72"/>
                    <a:pt x="0" y="179"/>
                  </a:cubicBezTo>
                  <a:cubicBezTo>
                    <a:pt x="0" y="263"/>
                    <a:pt x="84" y="358"/>
                    <a:pt x="191" y="358"/>
                  </a:cubicBezTo>
                  <a:cubicBezTo>
                    <a:pt x="286" y="358"/>
                    <a:pt x="370" y="287"/>
                    <a:pt x="370" y="179"/>
                  </a:cubicBezTo>
                  <a:cubicBezTo>
                    <a:pt x="370" y="72"/>
                    <a:pt x="286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51"/>
            <p:cNvSpPr/>
            <p:nvPr/>
          </p:nvSpPr>
          <p:spPr>
            <a:xfrm>
              <a:off x="2952572" y="4300215"/>
              <a:ext cx="11386" cy="11418"/>
            </a:xfrm>
            <a:custGeom>
              <a:rect b="b" l="l" r="r" t="t"/>
              <a:pathLst>
                <a:path extrusionOk="0" h="359" w="358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63"/>
                    <a:pt x="84" y="358"/>
                    <a:pt x="179" y="358"/>
                  </a:cubicBezTo>
                  <a:cubicBezTo>
                    <a:pt x="287" y="358"/>
                    <a:pt x="358" y="287"/>
                    <a:pt x="358" y="179"/>
                  </a:cubicBezTo>
                  <a:cubicBezTo>
                    <a:pt x="358" y="72"/>
                    <a:pt x="275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51"/>
            <p:cNvSpPr/>
            <p:nvPr/>
          </p:nvSpPr>
          <p:spPr>
            <a:xfrm>
              <a:off x="2967361" y="4300215"/>
              <a:ext cx="11386" cy="11418"/>
            </a:xfrm>
            <a:custGeom>
              <a:rect b="b" l="l" r="r" t="t"/>
              <a:pathLst>
                <a:path extrusionOk="0" h="359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cubicBezTo>
                    <a:pt x="286" y="358"/>
                    <a:pt x="357" y="287"/>
                    <a:pt x="357" y="179"/>
                  </a:cubicBezTo>
                  <a:cubicBezTo>
                    <a:pt x="345" y="72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51"/>
            <p:cNvSpPr/>
            <p:nvPr/>
          </p:nvSpPr>
          <p:spPr>
            <a:xfrm>
              <a:off x="3016563" y="4424063"/>
              <a:ext cx="11418" cy="11386"/>
            </a:xfrm>
            <a:custGeom>
              <a:rect b="b" l="l" r="r" t="t"/>
              <a:pathLst>
                <a:path extrusionOk="0" h="358" w="359">
                  <a:moveTo>
                    <a:pt x="180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7"/>
                    <a:pt x="180" y="357"/>
                  </a:cubicBezTo>
                  <a:cubicBezTo>
                    <a:pt x="287" y="357"/>
                    <a:pt x="358" y="286"/>
                    <a:pt x="358" y="179"/>
                  </a:cubicBezTo>
                  <a:cubicBezTo>
                    <a:pt x="358" y="84"/>
                    <a:pt x="287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51"/>
            <p:cNvSpPr/>
            <p:nvPr/>
          </p:nvSpPr>
          <p:spPr>
            <a:xfrm>
              <a:off x="3016563" y="4442606"/>
              <a:ext cx="11418" cy="11386"/>
            </a:xfrm>
            <a:custGeom>
              <a:rect b="b" l="l" r="r" t="t"/>
              <a:pathLst>
                <a:path extrusionOk="0" h="358" w="359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80" y="358"/>
                  </a:cubicBezTo>
                  <a:cubicBezTo>
                    <a:pt x="287" y="358"/>
                    <a:pt x="358" y="286"/>
                    <a:pt x="358" y="179"/>
                  </a:cubicBezTo>
                  <a:cubicBezTo>
                    <a:pt x="358" y="72"/>
                    <a:pt x="287" y="1"/>
                    <a:pt x="1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51"/>
            <p:cNvSpPr/>
            <p:nvPr/>
          </p:nvSpPr>
          <p:spPr>
            <a:xfrm>
              <a:off x="3032498" y="4424063"/>
              <a:ext cx="11768" cy="11386"/>
            </a:xfrm>
            <a:custGeom>
              <a:rect b="b" l="l" r="r" t="t"/>
              <a:pathLst>
                <a:path extrusionOk="0" h="358" w="370">
                  <a:moveTo>
                    <a:pt x="191" y="0"/>
                  </a:moveTo>
                  <a:cubicBezTo>
                    <a:pt x="83" y="0"/>
                    <a:pt x="0" y="84"/>
                    <a:pt x="0" y="179"/>
                  </a:cubicBezTo>
                  <a:cubicBezTo>
                    <a:pt x="0" y="286"/>
                    <a:pt x="83" y="357"/>
                    <a:pt x="191" y="357"/>
                  </a:cubicBezTo>
                  <a:cubicBezTo>
                    <a:pt x="286" y="357"/>
                    <a:pt x="369" y="286"/>
                    <a:pt x="369" y="179"/>
                  </a:cubicBezTo>
                  <a:cubicBezTo>
                    <a:pt x="369" y="84"/>
                    <a:pt x="274" y="0"/>
                    <a:pt x="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51"/>
            <p:cNvSpPr/>
            <p:nvPr/>
          </p:nvSpPr>
          <p:spPr>
            <a:xfrm>
              <a:off x="3032498" y="4442606"/>
              <a:ext cx="11768" cy="11386"/>
            </a:xfrm>
            <a:custGeom>
              <a:rect b="b" l="l" r="r" t="t"/>
              <a:pathLst>
                <a:path extrusionOk="0" h="358" w="370">
                  <a:moveTo>
                    <a:pt x="191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86"/>
                    <a:pt x="83" y="358"/>
                    <a:pt x="191" y="358"/>
                  </a:cubicBezTo>
                  <a:cubicBezTo>
                    <a:pt x="286" y="358"/>
                    <a:pt x="369" y="286"/>
                    <a:pt x="369" y="179"/>
                  </a:cubicBezTo>
                  <a:cubicBezTo>
                    <a:pt x="369" y="72"/>
                    <a:pt x="274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51"/>
            <p:cNvSpPr/>
            <p:nvPr/>
          </p:nvSpPr>
          <p:spPr>
            <a:xfrm>
              <a:off x="3016213" y="4357527"/>
              <a:ext cx="112494" cy="111636"/>
            </a:xfrm>
            <a:custGeom>
              <a:rect b="b" l="l" r="r" t="t"/>
              <a:pathLst>
                <a:path extrusionOk="0" h="3510" w="3537">
                  <a:moveTo>
                    <a:pt x="2250" y="354"/>
                  </a:moveTo>
                  <a:lnTo>
                    <a:pt x="2096" y="1080"/>
                  </a:lnTo>
                  <a:lnTo>
                    <a:pt x="1357" y="913"/>
                  </a:lnTo>
                  <a:cubicBezTo>
                    <a:pt x="1336" y="909"/>
                    <a:pt x="1315" y="907"/>
                    <a:pt x="1293" y="907"/>
                  </a:cubicBezTo>
                  <a:cubicBezTo>
                    <a:pt x="1193" y="907"/>
                    <a:pt x="1093" y="950"/>
                    <a:pt x="1024" y="1009"/>
                  </a:cubicBezTo>
                  <a:cubicBezTo>
                    <a:pt x="929" y="1104"/>
                    <a:pt x="905" y="1211"/>
                    <a:pt x="929" y="1342"/>
                  </a:cubicBezTo>
                  <a:lnTo>
                    <a:pt x="953" y="1366"/>
                  </a:lnTo>
                  <a:lnTo>
                    <a:pt x="369" y="818"/>
                  </a:lnTo>
                  <a:lnTo>
                    <a:pt x="2250" y="354"/>
                  </a:lnTo>
                  <a:close/>
                  <a:moveTo>
                    <a:pt x="1274" y="1259"/>
                  </a:moveTo>
                  <a:lnTo>
                    <a:pt x="2036" y="1425"/>
                  </a:lnTo>
                  <a:lnTo>
                    <a:pt x="1869" y="2259"/>
                  </a:lnTo>
                  <a:lnTo>
                    <a:pt x="1429" y="1830"/>
                  </a:lnTo>
                  <a:lnTo>
                    <a:pt x="1274" y="1259"/>
                  </a:lnTo>
                  <a:close/>
                  <a:moveTo>
                    <a:pt x="2369" y="1521"/>
                  </a:moveTo>
                  <a:lnTo>
                    <a:pt x="3167" y="1699"/>
                  </a:lnTo>
                  <a:lnTo>
                    <a:pt x="1715" y="3152"/>
                  </a:lnTo>
                  <a:lnTo>
                    <a:pt x="1548" y="2449"/>
                  </a:lnTo>
                  <a:lnTo>
                    <a:pt x="1607" y="2509"/>
                  </a:lnTo>
                  <a:cubicBezTo>
                    <a:pt x="1679" y="2568"/>
                    <a:pt x="1774" y="2616"/>
                    <a:pt x="1857" y="2616"/>
                  </a:cubicBezTo>
                  <a:cubicBezTo>
                    <a:pt x="1893" y="2616"/>
                    <a:pt x="1929" y="2616"/>
                    <a:pt x="1965" y="2604"/>
                  </a:cubicBezTo>
                  <a:cubicBezTo>
                    <a:pt x="2084" y="2557"/>
                    <a:pt x="2191" y="2473"/>
                    <a:pt x="2203" y="2330"/>
                  </a:cubicBezTo>
                  <a:lnTo>
                    <a:pt x="2369" y="1521"/>
                  </a:lnTo>
                  <a:close/>
                  <a:moveTo>
                    <a:pt x="2239" y="0"/>
                  </a:moveTo>
                  <a:cubicBezTo>
                    <a:pt x="2211" y="0"/>
                    <a:pt x="2183" y="3"/>
                    <a:pt x="2155" y="9"/>
                  </a:cubicBezTo>
                  <a:lnTo>
                    <a:pt x="274" y="473"/>
                  </a:lnTo>
                  <a:cubicBezTo>
                    <a:pt x="167" y="509"/>
                    <a:pt x="60" y="604"/>
                    <a:pt x="24" y="723"/>
                  </a:cubicBezTo>
                  <a:cubicBezTo>
                    <a:pt x="0" y="842"/>
                    <a:pt x="24" y="985"/>
                    <a:pt x="119" y="1068"/>
                  </a:cubicBezTo>
                  <a:lnTo>
                    <a:pt x="1084" y="2009"/>
                  </a:lnTo>
                  <a:lnTo>
                    <a:pt x="1369" y="3223"/>
                  </a:lnTo>
                  <a:cubicBezTo>
                    <a:pt x="1393" y="3342"/>
                    <a:pt x="1488" y="3450"/>
                    <a:pt x="1619" y="3497"/>
                  </a:cubicBezTo>
                  <a:cubicBezTo>
                    <a:pt x="1655" y="3509"/>
                    <a:pt x="1679" y="3509"/>
                    <a:pt x="1726" y="3509"/>
                  </a:cubicBezTo>
                  <a:cubicBezTo>
                    <a:pt x="1810" y="3509"/>
                    <a:pt x="1905" y="3473"/>
                    <a:pt x="1976" y="3402"/>
                  </a:cubicBezTo>
                  <a:lnTo>
                    <a:pt x="3441" y="1949"/>
                  </a:lnTo>
                  <a:cubicBezTo>
                    <a:pt x="3512" y="1842"/>
                    <a:pt x="3536" y="1711"/>
                    <a:pt x="3512" y="1592"/>
                  </a:cubicBezTo>
                  <a:cubicBezTo>
                    <a:pt x="3477" y="1473"/>
                    <a:pt x="3381" y="1366"/>
                    <a:pt x="3239" y="1342"/>
                  </a:cubicBezTo>
                  <a:lnTo>
                    <a:pt x="2441" y="1152"/>
                  </a:lnTo>
                  <a:lnTo>
                    <a:pt x="2584" y="425"/>
                  </a:lnTo>
                  <a:cubicBezTo>
                    <a:pt x="2619" y="306"/>
                    <a:pt x="2572" y="187"/>
                    <a:pt x="2488" y="104"/>
                  </a:cubicBezTo>
                  <a:cubicBezTo>
                    <a:pt x="2416" y="31"/>
                    <a:pt x="2329" y="0"/>
                    <a:pt x="2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51"/>
            <p:cNvSpPr/>
            <p:nvPr/>
          </p:nvSpPr>
          <p:spPr>
            <a:xfrm>
              <a:off x="2937051" y="4499791"/>
              <a:ext cx="14439" cy="11386"/>
            </a:xfrm>
            <a:custGeom>
              <a:rect b="b" l="l" r="r" t="t"/>
              <a:pathLst>
                <a:path extrusionOk="0" h="358" w="454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96" y="358"/>
                    <a:pt x="179" y="358"/>
                  </a:cubicBezTo>
                  <a:lnTo>
                    <a:pt x="274" y="358"/>
                  </a:lnTo>
                  <a:cubicBezTo>
                    <a:pt x="370" y="358"/>
                    <a:pt x="453" y="286"/>
                    <a:pt x="453" y="179"/>
                  </a:cubicBezTo>
                  <a:cubicBezTo>
                    <a:pt x="453" y="72"/>
                    <a:pt x="370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51"/>
            <p:cNvSpPr/>
            <p:nvPr/>
          </p:nvSpPr>
          <p:spPr>
            <a:xfrm>
              <a:off x="2953717" y="4499791"/>
              <a:ext cx="30310" cy="11386"/>
            </a:xfrm>
            <a:custGeom>
              <a:rect b="b" l="l" r="r" t="t"/>
              <a:pathLst>
                <a:path extrusionOk="0" h="358" w="953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774" y="358"/>
                  </a:lnTo>
                  <a:cubicBezTo>
                    <a:pt x="882" y="358"/>
                    <a:pt x="953" y="286"/>
                    <a:pt x="953" y="179"/>
                  </a:cubicBezTo>
                  <a:cubicBezTo>
                    <a:pt x="953" y="96"/>
                    <a:pt x="858" y="0"/>
                    <a:pt x="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51"/>
            <p:cNvSpPr/>
            <p:nvPr/>
          </p:nvSpPr>
          <p:spPr>
            <a:xfrm>
              <a:off x="2937051" y="4514930"/>
              <a:ext cx="46976" cy="11386"/>
            </a:xfrm>
            <a:custGeom>
              <a:rect b="b" l="l" r="r" t="t"/>
              <a:pathLst>
                <a:path extrusionOk="0" h="358" w="1477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1298" y="358"/>
                  </a:lnTo>
                  <a:cubicBezTo>
                    <a:pt x="1406" y="358"/>
                    <a:pt x="1477" y="286"/>
                    <a:pt x="1477" y="179"/>
                  </a:cubicBezTo>
                  <a:cubicBezTo>
                    <a:pt x="1477" y="84"/>
                    <a:pt x="1382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51"/>
            <p:cNvSpPr/>
            <p:nvPr/>
          </p:nvSpPr>
          <p:spPr>
            <a:xfrm>
              <a:off x="2937051" y="4529719"/>
              <a:ext cx="46976" cy="11386"/>
            </a:xfrm>
            <a:custGeom>
              <a:rect b="b" l="l" r="r" t="t"/>
              <a:pathLst>
                <a:path extrusionOk="0" h="358" w="1477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298" y="357"/>
                  </a:lnTo>
                  <a:cubicBezTo>
                    <a:pt x="1406" y="357"/>
                    <a:pt x="1477" y="286"/>
                    <a:pt x="1477" y="179"/>
                  </a:cubicBezTo>
                  <a:cubicBezTo>
                    <a:pt x="1477" y="71"/>
                    <a:pt x="1382" y="0"/>
                    <a:pt x="12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51"/>
            <p:cNvSpPr/>
            <p:nvPr/>
          </p:nvSpPr>
          <p:spPr>
            <a:xfrm>
              <a:off x="3213881" y="4343787"/>
              <a:ext cx="11386" cy="126488"/>
            </a:xfrm>
            <a:custGeom>
              <a:rect b="b" l="l" r="r" t="t"/>
              <a:pathLst>
                <a:path extrusionOk="0" h="3977" w="358">
                  <a:moveTo>
                    <a:pt x="179" y="0"/>
                  </a:moveTo>
                  <a:cubicBezTo>
                    <a:pt x="83" y="0"/>
                    <a:pt x="0" y="83"/>
                    <a:pt x="0" y="179"/>
                  </a:cubicBezTo>
                  <a:lnTo>
                    <a:pt x="0" y="3798"/>
                  </a:lnTo>
                  <a:cubicBezTo>
                    <a:pt x="0" y="3893"/>
                    <a:pt x="83" y="3977"/>
                    <a:pt x="179" y="3977"/>
                  </a:cubicBezTo>
                  <a:cubicBezTo>
                    <a:pt x="286" y="3977"/>
                    <a:pt x="357" y="3893"/>
                    <a:pt x="357" y="3798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51"/>
          <p:cNvSpPr/>
          <p:nvPr/>
        </p:nvSpPr>
        <p:spPr>
          <a:xfrm>
            <a:off x="3267559" y="596257"/>
            <a:ext cx="359015" cy="358442"/>
          </a:xfrm>
          <a:custGeom>
            <a:rect b="b" l="l" r="r" t="t"/>
            <a:pathLst>
              <a:path extrusionOk="0" h="11270" w="11288">
                <a:moveTo>
                  <a:pt x="6049" y="351"/>
                </a:moveTo>
                <a:lnTo>
                  <a:pt x="6049" y="1149"/>
                </a:lnTo>
                <a:lnTo>
                  <a:pt x="5239" y="1149"/>
                </a:lnTo>
                <a:lnTo>
                  <a:pt x="5239" y="351"/>
                </a:lnTo>
                <a:close/>
                <a:moveTo>
                  <a:pt x="1167" y="5828"/>
                </a:moveTo>
                <a:lnTo>
                  <a:pt x="1167" y="6650"/>
                </a:lnTo>
                <a:lnTo>
                  <a:pt x="345" y="6650"/>
                </a:lnTo>
                <a:lnTo>
                  <a:pt x="345" y="5828"/>
                </a:lnTo>
                <a:close/>
                <a:moveTo>
                  <a:pt x="10954" y="5828"/>
                </a:moveTo>
                <a:lnTo>
                  <a:pt x="10954" y="6650"/>
                </a:lnTo>
                <a:lnTo>
                  <a:pt x="10132" y="6650"/>
                </a:lnTo>
                <a:lnTo>
                  <a:pt x="10132" y="5828"/>
                </a:lnTo>
                <a:close/>
                <a:moveTo>
                  <a:pt x="1442" y="0"/>
                </a:moveTo>
                <a:cubicBezTo>
                  <a:pt x="1273" y="0"/>
                  <a:pt x="1100" y="58"/>
                  <a:pt x="953" y="185"/>
                </a:cubicBezTo>
                <a:cubicBezTo>
                  <a:pt x="726" y="375"/>
                  <a:pt x="643" y="709"/>
                  <a:pt x="726" y="971"/>
                </a:cubicBezTo>
                <a:cubicBezTo>
                  <a:pt x="755" y="1047"/>
                  <a:pt x="814" y="1085"/>
                  <a:pt x="885" y="1085"/>
                </a:cubicBezTo>
                <a:cubicBezTo>
                  <a:pt x="903" y="1085"/>
                  <a:pt x="922" y="1082"/>
                  <a:pt x="941" y="1078"/>
                </a:cubicBezTo>
                <a:cubicBezTo>
                  <a:pt x="1024" y="1042"/>
                  <a:pt x="1072" y="959"/>
                  <a:pt x="1036" y="863"/>
                </a:cubicBezTo>
                <a:cubicBezTo>
                  <a:pt x="953" y="601"/>
                  <a:pt x="1143" y="328"/>
                  <a:pt x="1429" y="328"/>
                </a:cubicBezTo>
                <a:cubicBezTo>
                  <a:pt x="1798" y="328"/>
                  <a:pt x="1977" y="792"/>
                  <a:pt x="1691" y="1042"/>
                </a:cubicBezTo>
                <a:cubicBezTo>
                  <a:pt x="1631" y="1112"/>
                  <a:pt x="1545" y="1140"/>
                  <a:pt x="1463" y="1140"/>
                </a:cubicBezTo>
                <a:cubicBezTo>
                  <a:pt x="1447" y="1140"/>
                  <a:pt x="1432" y="1139"/>
                  <a:pt x="1417" y="1137"/>
                </a:cubicBezTo>
                <a:cubicBezTo>
                  <a:pt x="1322" y="1137"/>
                  <a:pt x="1238" y="1197"/>
                  <a:pt x="1238" y="1280"/>
                </a:cubicBezTo>
                <a:cubicBezTo>
                  <a:pt x="1238" y="1375"/>
                  <a:pt x="1298" y="1459"/>
                  <a:pt x="1381" y="1459"/>
                </a:cubicBezTo>
                <a:cubicBezTo>
                  <a:pt x="1409" y="1462"/>
                  <a:pt x="1436" y="1464"/>
                  <a:pt x="1463" y="1464"/>
                </a:cubicBezTo>
                <a:cubicBezTo>
                  <a:pt x="1628" y="1464"/>
                  <a:pt x="1795" y="1403"/>
                  <a:pt x="1917" y="1280"/>
                </a:cubicBezTo>
                <a:cubicBezTo>
                  <a:pt x="2036" y="1185"/>
                  <a:pt x="2131" y="1042"/>
                  <a:pt x="2155" y="899"/>
                </a:cubicBezTo>
                <a:lnTo>
                  <a:pt x="3822" y="899"/>
                </a:lnTo>
                <a:cubicBezTo>
                  <a:pt x="3167" y="1149"/>
                  <a:pt x="2572" y="1542"/>
                  <a:pt x="2072" y="2042"/>
                </a:cubicBezTo>
                <a:cubicBezTo>
                  <a:pt x="1143" y="2971"/>
                  <a:pt x="619" y="4173"/>
                  <a:pt x="595" y="5471"/>
                </a:cubicBezTo>
                <a:lnTo>
                  <a:pt x="167" y="5471"/>
                </a:lnTo>
                <a:cubicBezTo>
                  <a:pt x="72" y="5471"/>
                  <a:pt x="0" y="5543"/>
                  <a:pt x="0" y="5626"/>
                </a:cubicBezTo>
                <a:lnTo>
                  <a:pt x="0" y="6793"/>
                </a:lnTo>
                <a:cubicBezTo>
                  <a:pt x="0" y="6876"/>
                  <a:pt x="72" y="6959"/>
                  <a:pt x="167" y="6959"/>
                </a:cubicBezTo>
                <a:lnTo>
                  <a:pt x="1322" y="6959"/>
                </a:lnTo>
                <a:cubicBezTo>
                  <a:pt x="1417" y="6959"/>
                  <a:pt x="1488" y="6876"/>
                  <a:pt x="1488" y="6793"/>
                </a:cubicBezTo>
                <a:lnTo>
                  <a:pt x="1488" y="5626"/>
                </a:lnTo>
                <a:cubicBezTo>
                  <a:pt x="1488" y="5543"/>
                  <a:pt x="1417" y="5471"/>
                  <a:pt x="1322" y="5471"/>
                </a:cubicBezTo>
                <a:lnTo>
                  <a:pt x="941" y="5471"/>
                </a:lnTo>
                <a:cubicBezTo>
                  <a:pt x="1012" y="3185"/>
                  <a:pt x="2703" y="1304"/>
                  <a:pt x="4906" y="959"/>
                </a:cubicBezTo>
                <a:lnTo>
                  <a:pt x="4906" y="1304"/>
                </a:lnTo>
                <a:cubicBezTo>
                  <a:pt x="4906" y="1387"/>
                  <a:pt x="4989" y="1459"/>
                  <a:pt x="5072" y="1459"/>
                </a:cubicBezTo>
                <a:lnTo>
                  <a:pt x="5406" y="1459"/>
                </a:lnTo>
                <a:cubicBezTo>
                  <a:pt x="5227" y="1518"/>
                  <a:pt x="5072" y="1661"/>
                  <a:pt x="5001" y="1852"/>
                </a:cubicBezTo>
                <a:lnTo>
                  <a:pt x="3513" y="5269"/>
                </a:lnTo>
                <a:cubicBezTo>
                  <a:pt x="3382" y="5566"/>
                  <a:pt x="3322" y="5888"/>
                  <a:pt x="3322" y="6197"/>
                </a:cubicBezTo>
                <a:cubicBezTo>
                  <a:pt x="3322" y="6793"/>
                  <a:pt x="3548" y="7340"/>
                  <a:pt x="3941" y="7793"/>
                </a:cubicBezTo>
                <a:cubicBezTo>
                  <a:pt x="3977" y="7817"/>
                  <a:pt x="4001" y="7852"/>
                  <a:pt x="4036" y="7900"/>
                </a:cubicBezTo>
                <a:lnTo>
                  <a:pt x="3643" y="7900"/>
                </a:lnTo>
                <a:cubicBezTo>
                  <a:pt x="3429" y="7900"/>
                  <a:pt x="3215" y="8031"/>
                  <a:pt x="3132" y="8233"/>
                </a:cubicBezTo>
                <a:cubicBezTo>
                  <a:pt x="3096" y="8329"/>
                  <a:pt x="3132" y="8412"/>
                  <a:pt x="3215" y="8460"/>
                </a:cubicBezTo>
                <a:cubicBezTo>
                  <a:pt x="3240" y="8469"/>
                  <a:pt x="3264" y="8473"/>
                  <a:pt x="3287" y="8473"/>
                </a:cubicBezTo>
                <a:cubicBezTo>
                  <a:pt x="3351" y="8473"/>
                  <a:pt x="3406" y="8438"/>
                  <a:pt x="3441" y="8376"/>
                </a:cubicBezTo>
                <a:cubicBezTo>
                  <a:pt x="3465" y="8281"/>
                  <a:pt x="3560" y="8221"/>
                  <a:pt x="3667" y="8221"/>
                </a:cubicBezTo>
                <a:lnTo>
                  <a:pt x="7632" y="8221"/>
                </a:lnTo>
                <a:cubicBezTo>
                  <a:pt x="7775" y="8221"/>
                  <a:pt x="7870" y="8329"/>
                  <a:pt x="7870" y="8460"/>
                </a:cubicBezTo>
                <a:lnTo>
                  <a:pt x="7870" y="9043"/>
                </a:lnTo>
                <a:cubicBezTo>
                  <a:pt x="7870" y="9174"/>
                  <a:pt x="7775" y="9281"/>
                  <a:pt x="7632" y="9281"/>
                </a:cubicBezTo>
                <a:lnTo>
                  <a:pt x="3632" y="9281"/>
                </a:lnTo>
                <a:cubicBezTo>
                  <a:pt x="3501" y="9281"/>
                  <a:pt x="3393" y="9174"/>
                  <a:pt x="3393" y="9043"/>
                </a:cubicBezTo>
                <a:lnTo>
                  <a:pt x="3393" y="8972"/>
                </a:lnTo>
                <a:cubicBezTo>
                  <a:pt x="3393" y="8876"/>
                  <a:pt x="3322" y="8805"/>
                  <a:pt x="3227" y="8805"/>
                </a:cubicBezTo>
                <a:cubicBezTo>
                  <a:pt x="3143" y="8805"/>
                  <a:pt x="3072" y="8876"/>
                  <a:pt x="3072" y="8972"/>
                </a:cubicBezTo>
                <a:lnTo>
                  <a:pt x="3072" y="9043"/>
                </a:lnTo>
                <a:cubicBezTo>
                  <a:pt x="3072" y="9353"/>
                  <a:pt x="3322" y="9603"/>
                  <a:pt x="3632" y="9603"/>
                </a:cubicBezTo>
                <a:lnTo>
                  <a:pt x="3691" y="9603"/>
                </a:lnTo>
                <a:lnTo>
                  <a:pt x="3691" y="11103"/>
                </a:lnTo>
                <a:cubicBezTo>
                  <a:pt x="3691" y="11198"/>
                  <a:pt x="3763" y="11269"/>
                  <a:pt x="3858" y="11269"/>
                </a:cubicBezTo>
                <a:lnTo>
                  <a:pt x="7382" y="11269"/>
                </a:lnTo>
                <a:cubicBezTo>
                  <a:pt x="7477" y="11269"/>
                  <a:pt x="7549" y="11198"/>
                  <a:pt x="7549" y="11103"/>
                </a:cubicBezTo>
                <a:lnTo>
                  <a:pt x="7549" y="10710"/>
                </a:lnTo>
                <a:cubicBezTo>
                  <a:pt x="7549" y="10615"/>
                  <a:pt x="7477" y="10543"/>
                  <a:pt x="7382" y="10543"/>
                </a:cubicBezTo>
                <a:cubicBezTo>
                  <a:pt x="7299" y="10543"/>
                  <a:pt x="7215" y="10615"/>
                  <a:pt x="7215" y="10710"/>
                </a:cubicBezTo>
                <a:lnTo>
                  <a:pt x="7215" y="10948"/>
                </a:lnTo>
                <a:lnTo>
                  <a:pt x="4024" y="10948"/>
                </a:lnTo>
                <a:lnTo>
                  <a:pt x="4024" y="9603"/>
                </a:lnTo>
                <a:lnTo>
                  <a:pt x="7215" y="9603"/>
                </a:lnTo>
                <a:lnTo>
                  <a:pt x="7215" y="10031"/>
                </a:lnTo>
                <a:cubicBezTo>
                  <a:pt x="7215" y="10126"/>
                  <a:pt x="7299" y="10198"/>
                  <a:pt x="7382" y="10198"/>
                </a:cubicBezTo>
                <a:cubicBezTo>
                  <a:pt x="7477" y="10198"/>
                  <a:pt x="7549" y="10126"/>
                  <a:pt x="7549" y="10031"/>
                </a:cubicBezTo>
                <a:lnTo>
                  <a:pt x="7549" y="9603"/>
                </a:lnTo>
                <a:lnTo>
                  <a:pt x="7608" y="9603"/>
                </a:lnTo>
                <a:cubicBezTo>
                  <a:pt x="7918" y="9603"/>
                  <a:pt x="8168" y="9353"/>
                  <a:pt x="8168" y="9043"/>
                </a:cubicBezTo>
                <a:lnTo>
                  <a:pt x="8168" y="8460"/>
                </a:lnTo>
                <a:cubicBezTo>
                  <a:pt x="8168" y="8150"/>
                  <a:pt x="7918" y="7900"/>
                  <a:pt x="7608" y="7900"/>
                </a:cubicBezTo>
                <a:lnTo>
                  <a:pt x="7239" y="7900"/>
                </a:lnTo>
                <a:cubicBezTo>
                  <a:pt x="7453" y="7686"/>
                  <a:pt x="7632" y="7436"/>
                  <a:pt x="7751" y="7150"/>
                </a:cubicBezTo>
                <a:cubicBezTo>
                  <a:pt x="7799" y="7067"/>
                  <a:pt x="7751" y="6971"/>
                  <a:pt x="7668" y="6924"/>
                </a:cubicBezTo>
                <a:cubicBezTo>
                  <a:pt x="7643" y="6915"/>
                  <a:pt x="7620" y="6910"/>
                  <a:pt x="7598" y="6910"/>
                </a:cubicBezTo>
                <a:cubicBezTo>
                  <a:pt x="7532" y="6910"/>
                  <a:pt x="7477" y="6948"/>
                  <a:pt x="7442" y="7019"/>
                </a:cubicBezTo>
                <a:cubicBezTo>
                  <a:pt x="7275" y="7388"/>
                  <a:pt x="7013" y="7686"/>
                  <a:pt x="6680" y="7900"/>
                </a:cubicBezTo>
                <a:lnTo>
                  <a:pt x="4572" y="7900"/>
                </a:lnTo>
                <a:cubicBezTo>
                  <a:pt x="4001" y="7555"/>
                  <a:pt x="3632" y="6912"/>
                  <a:pt x="3632" y="6209"/>
                </a:cubicBezTo>
                <a:cubicBezTo>
                  <a:pt x="3632" y="5947"/>
                  <a:pt x="3691" y="5674"/>
                  <a:pt x="3798" y="5423"/>
                </a:cubicBezTo>
                <a:lnTo>
                  <a:pt x="5287" y="2006"/>
                </a:lnTo>
                <a:cubicBezTo>
                  <a:pt x="5310" y="1911"/>
                  <a:pt x="5370" y="1852"/>
                  <a:pt x="5453" y="1828"/>
                </a:cubicBezTo>
                <a:lnTo>
                  <a:pt x="5453" y="5114"/>
                </a:lnTo>
                <a:cubicBezTo>
                  <a:pt x="5072" y="5173"/>
                  <a:pt x="4775" y="5423"/>
                  <a:pt x="4656" y="5781"/>
                </a:cubicBezTo>
                <a:cubicBezTo>
                  <a:pt x="4632" y="5876"/>
                  <a:pt x="4679" y="5959"/>
                  <a:pt x="4763" y="5995"/>
                </a:cubicBezTo>
                <a:cubicBezTo>
                  <a:pt x="4779" y="5999"/>
                  <a:pt x="4795" y="6001"/>
                  <a:pt x="4811" y="6001"/>
                </a:cubicBezTo>
                <a:cubicBezTo>
                  <a:pt x="4886" y="6001"/>
                  <a:pt x="4947" y="5957"/>
                  <a:pt x="4977" y="5888"/>
                </a:cubicBezTo>
                <a:cubicBezTo>
                  <a:pt x="5085" y="5573"/>
                  <a:pt x="5349" y="5427"/>
                  <a:pt x="5614" y="5427"/>
                </a:cubicBezTo>
                <a:cubicBezTo>
                  <a:pt x="5930" y="5427"/>
                  <a:pt x="6247" y="5636"/>
                  <a:pt x="6299" y="6019"/>
                </a:cubicBezTo>
                <a:lnTo>
                  <a:pt x="6299" y="6114"/>
                </a:lnTo>
                <a:cubicBezTo>
                  <a:pt x="6299" y="6537"/>
                  <a:pt x="5951" y="6795"/>
                  <a:pt x="5605" y="6795"/>
                </a:cubicBezTo>
                <a:cubicBezTo>
                  <a:pt x="5356" y="6795"/>
                  <a:pt x="5108" y="6662"/>
                  <a:pt x="4989" y="6364"/>
                </a:cubicBezTo>
                <a:cubicBezTo>
                  <a:pt x="4962" y="6293"/>
                  <a:pt x="4903" y="6255"/>
                  <a:pt x="4835" y="6255"/>
                </a:cubicBezTo>
                <a:cubicBezTo>
                  <a:pt x="4811" y="6255"/>
                  <a:pt x="4787" y="6260"/>
                  <a:pt x="4763" y="6269"/>
                </a:cubicBezTo>
                <a:cubicBezTo>
                  <a:pt x="4679" y="6305"/>
                  <a:pt x="4632" y="6412"/>
                  <a:pt x="4679" y="6495"/>
                </a:cubicBezTo>
                <a:cubicBezTo>
                  <a:pt x="4810" y="6805"/>
                  <a:pt x="5072" y="7043"/>
                  <a:pt x="5418" y="7126"/>
                </a:cubicBezTo>
                <a:cubicBezTo>
                  <a:pt x="5483" y="7138"/>
                  <a:pt x="5548" y="7144"/>
                  <a:pt x="5612" y="7144"/>
                </a:cubicBezTo>
                <a:cubicBezTo>
                  <a:pt x="6166" y="7144"/>
                  <a:pt x="6644" y="6702"/>
                  <a:pt x="6644" y="6126"/>
                </a:cubicBezTo>
                <a:cubicBezTo>
                  <a:pt x="6644" y="5590"/>
                  <a:pt x="6239" y="5197"/>
                  <a:pt x="5787" y="5126"/>
                </a:cubicBezTo>
                <a:lnTo>
                  <a:pt x="5787" y="1840"/>
                </a:lnTo>
                <a:cubicBezTo>
                  <a:pt x="5870" y="1864"/>
                  <a:pt x="5929" y="1947"/>
                  <a:pt x="5953" y="2018"/>
                </a:cubicBezTo>
                <a:lnTo>
                  <a:pt x="7442" y="5459"/>
                </a:lnTo>
                <a:cubicBezTo>
                  <a:pt x="7573" y="5769"/>
                  <a:pt x="7632" y="6114"/>
                  <a:pt x="7596" y="6447"/>
                </a:cubicBezTo>
                <a:cubicBezTo>
                  <a:pt x="7573" y="6543"/>
                  <a:pt x="7656" y="6626"/>
                  <a:pt x="7739" y="6626"/>
                </a:cubicBezTo>
                <a:cubicBezTo>
                  <a:pt x="7750" y="6629"/>
                  <a:pt x="7762" y="6630"/>
                  <a:pt x="7772" y="6630"/>
                </a:cubicBezTo>
                <a:cubicBezTo>
                  <a:pt x="7853" y="6630"/>
                  <a:pt x="7918" y="6557"/>
                  <a:pt x="7918" y="6483"/>
                </a:cubicBezTo>
                <a:cubicBezTo>
                  <a:pt x="7965" y="6090"/>
                  <a:pt x="7906" y="5697"/>
                  <a:pt x="7739" y="5316"/>
                </a:cubicBezTo>
                <a:lnTo>
                  <a:pt x="6251" y="1887"/>
                </a:lnTo>
                <a:cubicBezTo>
                  <a:pt x="6180" y="1709"/>
                  <a:pt x="6025" y="1566"/>
                  <a:pt x="5846" y="1494"/>
                </a:cubicBezTo>
                <a:lnTo>
                  <a:pt x="6180" y="1494"/>
                </a:lnTo>
                <a:cubicBezTo>
                  <a:pt x="6263" y="1494"/>
                  <a:pt x="6346" y="1423"/>
                  <a:pt x="6346" y="1328"/>
                </a:cubicBezTo>
                <a:lnTo>
                  <a:pt x="6346" y="994"/>
                </a:lnTo>
                <a:cubicBezTo>
                  <a:pt x="8549" y="1328"/>
                  <a:pt x="10240" y="3221"/>
                  <a:pt x="10311" y="5495"/>
                </a:cubicBezTo>
                <a:lnTo>
                  <a:pt x="9930" y="5495"/>
                </a:lnTo>
                <a:cubicBezTo>
                  <a:pt x="9835" y="5495"/>
                  <a:pt x="9763" y="5578"/>
                  <a:pt x="9763" y="5662"/>
                </a:cubicBezTo>
                <a:lnTo>
                  <a:pt x="9763" y="6828"/>
                </a:lnTo>
                <a:cubicBezTo>
                  <a:pt x="9763" y="6912"/>
                  <a:pt x="9835" y="6983"/>
                  <a:pt x="9930" y="6983"/>
                </a:cubicBezTo>
                <a:lnTo>
                  <a:pt x="11085" y="6983"/>
                </a:lnTo>
                <a:cubicBezTo>
                  <a:pt x="11180" y="6983"/>
                  <a:pt x="11252" y="6912"/>
                  <a:pt x="11252" y="6828"/>
                </a:cubicBezTo>
                <a:lnTo>
                  <a:pt x="11252" y="5662"/>
                </a:lnTo>
                <a:cubicBezTo>
                  <a:pt x="11287" y="5554"/>
                  <a:pt x="11204" y="5483"/>
                  <a:pt x="11121" y="5483"/>
                </a:cubicBezTo>
                <a:lnTo>
                  <a:pt x="10692" y="5483"/>
                </a:lnTo>
                <a:cubicBezTo>
                  <a:pt x="10656" y="4185"/>
                  <a:pt x="10132" y="2983"/>
                  <a:pt x="9216" y="2054"/>
                </a:cubicBezTo>
                <a:cubicBezTo>
                  <a:pt x="8704" y="1554"/>
                  <a:pt x="8108" y="1161"/>
                  <a:pt x="7453" y="911"/>
                </a:cubicBezTo>
                <a:lnTo>
                  <a:pt x="9120" y="911"/>
                </a:lnTo>
                <a:cubicBezTo>
                  <a:pt x="9204" y="1244"/>
                  <a:pt x="9501" y="1483"/>
                  <a:pt x="9835" y="1483"/>
                </a:cubicBezTo>
                <a:cubicBezTo>
                  <a:pt x="10240" y="1483"/>
                  <a:pt x="10585" y="1149"/>
                  <a:pt x="10585" y="732"/>
                </a:cubicBezTo>
                <a:cubicBezTo>
                  <a:pt x="10585" y="447"/>
                  <a:pt x="10418" y="197"/>
                  <a:pt x="10180" y="78"/>
                </a:cubicBezTo>
                <a:cubicBezTo>
                  <a:pt x="10155" y="63"/>
                  <a:pt x="10128" y="56"/>
                  <a:pt x="10102" y="56"/>
                </a:cubicBezTo>
                <a:cubicBezTo>
                  <a:pt x="10043" y="56"/>
                  <a:pt x="9987" y="91"/>
                  <a:pt x="9954" y="149"/>
                </a:cubicBezTo>
                <a:cubicBezTo>
                  <a:pt x="9918" y="244"/>
                  <a:pt x="9942" y="328"/>
                  <a:pt x="10037" y="375"/>
                </a:cubicBezTo>
                <a:cubicBezTo>
                  <a:pt x="10168" y="447"/>
                  <a:pt x="10251" y="590"/>
                  <a:pt x="10251" y="732"/>
                </a:cubicBezTo>
                <a:cubicBezTo>
                  <a:pt x="10251" y="959"/>
                  <a:pt x="10073" y="1137"/>
                  <a:pt x="9859" y="1137"/>
                </a:cubicBezTo>
                <a:cubicBezTo>
                  <a:pt x="9632" y="1137"/>
                  <a:pt x="9454" y="959"/>
                  <a:pt x="9454" y="732"/>
                </a:cubicBezTo>
                <a:cubicBezTo>
                  <a:pt x="9454" y="613"/>
                  <a:pt x="9489" y="506"/>
                  <a:pt x="9585" y="435"/>
                </a:cubicBezTo>
                <a:cubicBezTo>
                  <a:pt x="9656" y="375"/>
                  <a:pt x="9656" y="268"/>
                  <a:pt x="9597" y="197"/>
                </a:cubicBezTo>
                <a:cubicBezTo>
                  <a:pt x="9565" y="159"/>
                  <a:pt x="9521" y="141"/>
                  <a:pt x="9476" y="141"/>
                </a:cubicBezTo>
                <a:cubicBezTo>
                  <a:pt x="9435" y="141"/>
                  <a:pt x="9393" y="156"/>
                  <a:pt x="9358" y="185"/>
                </a:cubicBezTo>
                <a:cubicBezTo>
                  <a:pt x="9239" y="292"/>
                  <a:pt x="9168" y="423"/>
                  <a:pt x="9120" y="566"/>
                </a:cubicBezTo>
                <a:lnTo>
                  <a:pt x="6370" y="566"/>
                </a:lnTo>
                <a:lnTo>
                  <a:pt x="6370" y="173"/>
                </a:lnTo>
                <a:cubicBezTo>
                  <a:pt x="6370" y="78"/>
                  <a:pt x="6299" y="6"/>
                  <a:pt x="6203" y="6"/>
                </a:cubicBezTo>
                <a:lnTo>
                  <a:pt x="5072" y="6"/>
                </a:lnTo>
                <a:cubicBezTo>
                  <a:pt x="4989" y="6"/>
                  <a:pt x="4906" y="78"/>
                  <a:pt x="4906" y="173"/>
                </a:cubicBezTo>
                <a:lnTo>
                  <a:pt x="4906" y="566"/>
                </a:lnTo>
                <a:lnTo>
                  <a:pt x="2155" y="566"/>
                </a:lnTo>
                <a:cubicBezTo>
                  <a:pt x="2077" y="214"/>
                  <a:pt x="1767" y="0"/>
                  <a:pt x="144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51"/>
          <p:cNvGrpSpPr/>
          <p:nvPr/>
        </p:nvGrpSpPr>
        <p:grpSpPr>
          <a:xfrm>
            <a:off x="5871717" y="637242"/>
            <a:ext cx="383632" cy="276449"/>
            <a:chOff x="3933342" y="4315767"/>
            <a:chExt cx="383632" cy="276449"/>
          </a:xfrm>
        </p:grpSpPr>
        <p:sp>
          <p:nvSpPr>
            <p:cNvPr id="285" name="Google Shape;285;p51"/>
            <p:cNvSpPr/>
            <p:nvPr/>
          </p:nvSpPr>
          <p:spPr>
            <a:xfrm>
              <a:off x="3933342" y="4315767"/>
              <a:ext cx="383632" cy="276449"/>
            </a:xfrm>
            <a:custGeom>
              <a:rect b="b" l="l" r="r" t="t"/>
              <a:pathLst>
                <a:path extrusionOk="0" h="8692" w="12062">
                  <a:moveTo>
                    <a:pt x="2061" y="369"/>
                  </a:moveTo>
                  <a:cubicBezTo>
                    <a:pt x="2120" y="369"/>
                    <a:pt x="2168" y="417"/>
                    <a:pt x="2168" y="476"/>
                  </a:cubicBezTo>
                  <a:lnTo>
                    <a:pt x="2168" y="845"/>
                  </a:lnTo>
                  <a:lnTo>
                    <a:pt x="1406" y="845"/>
                  </a:lnTo>
                  <a:lnTo>
                    <a:pt x="1406" y="476"/>
                  </a:lnTo>
                  <a:cubicBezTo>
                    <a:pt x="1406" y="417"/>
                    <a:pt x="1454" y="369"/>
                    <a:pt x="1513" y="369"/>
                  </a:cubicBezTo>
                  <a:close/>
                  <a:moveTo>
                    <a:pt x="10824" y="1262"/>
                  </a:moveTo>
                  <a:cubicBezTo>
                    <a:pt x="10883" y="1262"/>
                    <a:pt x="10931" y="1310"/>
                    <a:pt x="10931" y="1369"/>
                  </a:cubicBezTo>
                  <a:lnTo>
                    <a:pt x="10943" y="1715"/>
                  </a:lnTo>
                  <a:lnTo>
                    <a:pt x="9490" y="1715"/>
                  </a:lnTo>
                  <a:lnTo>
                    <a:pt x="9490" y="1369"/>
                  </a:lnTo>
                  <a:cubicBezTo>
                    <a:pt x="9490" y="1310"/>
                    <a:pt x="9526" y="1262"/>
                    <a:pt x="9586" y="1262"/>
                  </a:cubicBezTo>
                  <a:close/>
                  <a:moveTo>
                    <a:pt x="1513" y="0"/>
                  </a:moveTo>
                  <a:cubicBezTo>
                    <a:pt x="1251" y="0"/>
                    <a:pt x="1049" y="214"/>
                    <a:pt x="1049" y="464"/>
                  </a:cubicBezTo>
                  <a:lnTo>
                    <a:pt x="1049" y="833"/>
                  </a:lnTo>
                  <a:lnTo>
                    <a:pt x="894" y="833"/>
                  </a:lnTo>
                  <a:cubicBezTo>
                    <a:pt x="692" y="833"/>
                    <a:pt x="489" y="905"/>
                    <a:pt x="334" y="1048"/>
                  </a:cubicBezTo>
                  <a:cubicBezTo>
                    <a:pt x="263" y="1107"/>
                    <a:pt x="239" y="1226"/>
                    <a:pt x="299" y="1298"/>
                  </a:cubicBezTo>
                  <a:cubicBezTo>
                    <a:pt x="332" y="1338"/>
                    <a:pt x="385" y="1360"/>
                    <a:pt x="440" y="1360"/>
                  </a:cubicBezTo>
                  <a:cubicBezTo>
                    <a:pt x="482" y="1360"/>
                    <a:pt x="525" y="1347"/>
                    <a:pt x="561" y="1322"/>
                  </a:cubicBezTo>
                  <a:cubicBezTo>
                    <a:pt x="676" y="1220"/>
                    <a:pt x="791" y="1203"/>
                    <a:pt x="908" y="1203"/>
                  </a:cubicBezTo>
                  <a:cubicBezTo>
                    <a:pt x="966" y="1203"/>
                    <a:pt x="1025" y="1207"/>
                    <a:pt x="1084" y="1207"/>
                  </a:cubicBezTo>
                  <a:cubicBezTo>
                    <a:pt x="1116" y="1207"/>
                    <a:pt x="1148" y="1206"/>
                    <a:pt x="1180" y="1203"/>
                  </a:cubicBezTo>
                  <a:lnTo>
                    <a:pt x="2680" y="1203"/>
                  </a:lnTo>
                  <a:cubicBezTo>
                    <a:pt x="2978" y="1203"/>
                    <a:pt x="3216" y="1441"/>
                    <a:pt x="3216" y="1738"/>
                  </a:cubicBezTo>
                  <a:lnTo>
                    <a:pt x="3216" y="2429"/>
                  </a:lnTo>
                  <a:cubicBezTo>
                    <a:pt x="3216" y="2536"/>
                    <a:pt x="3299" y="2607"/>
                    <a:pt x="3394" y="2607"/>
                  </a:cubicBezTo>
                  <a:cubicBezTo>
                    <a:pt x="3501" y="2607"/>
                    <a:pt x="3573" y="2536"/>
                    <a:pt x="3573" y="2429"/>
                  </a:cubicBezTo>
                  <a:lnTo>
                    <a:pt x="3573" y="2072"/>
                  </a:lnTo>
                  <a:lnTo>
                    <a:pt x="11217" y="2072"/>
                  </a:lnTo>
                  <a:cubicBezTo>
                    <a:pt x="11491" y="2084"/>
                    <a:pt x="11705" y="2322"/>
                    <a:pt x="11705" y="2607"/>
                  </a:cubicBezTo>
                  <a:lnTo>
                    <a:pt x="11705" y="2834"/>
                  </a:lnTo>
                  <a:lnTo>
                    <a:pt x="11395" y="2834"/>
                  </a:lnTo>
                  <a:cubicBezTo>
                    <a:pt x="11288" y="2834"/>
                    <a:pt x="11217" y="2905"/>
                    <a:pt x="11217" y="3012"/>
                  </a:cubicBezTo>
                  <a:cubicBezTo>
                    <a:pt x="11217" y="3108"/>
                    <a:pt x="11288" y="3191"/>
                    <a:pt x="11395" y="3191"/>
                  </a:cubicBezTo>
                  <a:lnTo>
                    <a:pt x="11705" y="3191"/>
                  </a:lnTo>
                  <a:lnTo>
                    <a:pt x="11705" y="7441"/>
                  </a:lnTo>
                  <a:lnTo>
                    <a:pt x="10883" y="7441"/>
                  </a:lnTo>
                  <a:cubicBezTo>
                    <a:pt x="10621" y="7441"/>
                    <a:pt x="10395" y="7215"/>
                    <a:pt x="10395" y="6953"/>
                  </a:cubicBezTo>
                  <a:lnTo>
                    <a:pt x="10395" y="3667"/>
                  </a:lnTo>
                  <a:cubicBezTo>
                    <a:pt x="10395" y="3453"/>
                    <a:pt x="10538" y="3262"/>
                    <a:pt x="10740" y="3203"/>
                  </a:cubicBezTo>
                  <a:cubicBezTo>
                    <a:pt x="10824" y="3167"/>
                    <a:pt x="10883" y="3072"/>
                    <a:pt x="10859" y="2977"/>
                  </a:cubicBezTo>
                  <a:cubicBezTo>
                    <a:pt x="10829" y="2906"/>
                    <a:pt x="10747" y="2852"/>
                    <a:pt x="10672" y="2852"/>
                  </a:cubicBezTo>
                  <a:cubicBezTo>
                    <a:pt x="10659" y="2852"/>
                    <a:pt x="10646" y="2854"/>
                    <a:pt x="10633" y="2858"/>
                  </a:cubicBezTo>
                  <a:cubicBezTo>
                    <a:pt x="10276" y="2965"/>
                    <a:pt x="10038" y="3310"/>
                    <a:pt x="10038" y="3667"/>
                  </a:cubicBezTo>
                  <a:lnTo>
                    <a:pt x="10038" y="6953"/>
                  </a:lnTo>
                  <a:cubicBezTo>
                    <a:pt x="10038" y="7418"/>
                    <a:pt x="10419" y="7799"/>
                    <a:pt x="10883" y="7799"/>
                  </a:cubicBezTo>
                  <a:lnTo>
                    <a:pt x="11705" y="7799"/>
                  </a:lnTo>
                  <a:cubicBezTo>
                    <a:pt x="11705" y="8096"/>
                    <a:pt x="11467" y="8334"/>
                    <a:pt x="11169" y="8334"/>
                  </a:cubicBezTo>
                  <a:lnTo>
                    <a:pt x="3394" y="8334"/>
                  </a:lnTo>
                  <a:cubicBezTo>
                    <a:pt x="3478" y="8227"/>
                    <a:pt x="3537" y="8108"/>
                    <a:pt x="3561" y="7977"/>
                  </a:cubicBezTo>
                  <a:cubicBezTo>
                    <a:pt x="3573" y="7870"/>
                    <a:pt x="3513" y="7787"/>
                    <a:pt x="3430" y="7775"/>
                  </a:cubicBezTo>
                  <a:cubicBezTo>
                    <a:pt x="3414" y="7771"/>
                    <a:pt x="3399" y="7770"/>
                    <a:pt x="3384" y="7770"/>
                  </a:cubicBezTo>
                  <a:cubicBezTo>
                    <a:pt x="3299" y="7770"/>
                    <a:pt x="3236" y="7825"/>
                    <a:pt x="3216" y="7906"/>
                  </a:cubicBezTo>
                  <a:cubicBezTo>
                    <a:pt x="3180" y="8156"/>
                    <a:pt x="2954" y="8334"/>
                    <a:pt x="2704" y="8334"/>
                  </a:cubicBezTo>
                  <a:lnTo>
                    <a:pt x="823" y="8334"/>
                  </a:lnTo>
                  <a:cubicBezTo>
                    <a:pt x="572" y="8287"/>
                    <a:pt x="358" y="8072"/>
                    <a:pt x="358" y="7799"/>
                  </a:cubicBezTo>
                  <a:lnTo>
                    <a:pt x="358" y="2774"/>
                  </a:lnTo>
                  <a:lnTo>
                    <a:pt x="358" y="1834"/>
                  </a:lnTo>
                  <a:cubicBezTo>
                    <a:pt x="358" y="1726"/>
                    <a:pt x="287" y="1655"/>
                    <a:pt x="180" y="1655"/>
                  </a:cubicBezTo>
                  <a:cubicBezTo>
                    <a:pt x="72" y="1655"/>
                    <a:pt x="1" y="1726"/>
                    <a:pt x="1" y="1834"/>
                  </a:cubicBezTo>
                  <a:lnTo>
                    <a:pt x="1" y="7799"/>
                  </a:lnTo>
                  <a:cubicBezTo>
                    <a:pt x="1" y="8251"/>
                    <a:pt x="334" y="8608"/>
                    <a:pt x="751" y="8680"/>
                  </a:cubicBezTo>
                  <a:cubicBezTo>
                    <a:pt x="763" y="8680"/>
                    <a:pt x="787" y="8680"/>
                    <a:pt x="811" y="8692"/>
                  </a:cubicBezTo>
                  <a:lnTo>
                    <a:pt x="11169" y="8692"/>
                  </a:lnTo>
                  <a:cubicBezTo>
                    <a:pt x="11657" y="8692"/>
                    <a:pt x="12062" y="8287"/>
                    <a:pt x="12062" y="7799"/>
                  </a:cubicBezTo>
                  <a:lnTo>
                    <a:pt x="12062" y="2607"/>
                  </a:lnTo>
                  <a:cubicBezTo>
                    <a:pt x="12050" y="2155"/>
                    <a:pt x="11717" y="1786"/>
                    <a:pt x="11300" y="1715"/>
                  </a:cubicBezTo>
                  <a:lnTo>
                    <a:pt x="11300" y="1357"/>
                  </a:lnTo>
                  <a:cubicBezTo>
                    <a:pt x="11300" y="1107"/>
                    <a:pt x="11098" y="893"/>
                    <a:pt x="10836" y="893"/>
                  </a:cubicBezTo>
                  <a:lnTo>
                    <a:pt x="9609" y="893"/>
                  </a:lnTo>
                  <a:cubicBezTo>
                    <a:pt x="9347" y="893"/>
                    <a:pt x="9145" y="1107"/>
                    <a:pt x="9145" y="1357"/>
                  </a:cubicBezTo>
                  <a:lnTo>
                    <a:pt x="9145" y="1703"/>
                  </a:lnTo>
                  <a:lnTo>
                    <a:pt x="8621" y="1703"/>
                  </a:lnTo>
                  <a:lnTo>
                    <a:pt x="8252" y="881"/>
                  </a:lnTo>
                  <a:cubicBezTo>
                    <a:pt x="8121" y="595"/>
                    <a:pt x="7823" y="405"/>
                    <a:pt x="7502" y="405"/>
                  </a:cubicBezTo>
                  <a:lnTo>
                    <a:pt x="6049" y="405"/>
                  </a:lnTo>
                  <a:cubicBezTo>
                    <a:pt x="5776" y="405"/>
                    <a:pt x="5525" y="536"/>
                    <a:pt x="5383" y="738"/>
                  </a:cubicBezTo>
                  <a:cubicBezTo>
                    <a:pt x="5323" y="822"/>
                    <a:pt x="5335" y="941"/>
                    <a:pt x="5418" y="1000"/>
                  </a:cubicBezTo>
                  <a:cubicBezTo>
                    <a:pt x="5450" y="1023"/>
                    <a:pt x="5486" y="1033"/>
                    <a:pt x="5523" y="1033"/>
                  </a:cubicBezTo>
                  <a:cubicBezTo>
                    <a:pt x="5583" y="1033"/>
                    <a:pt x="5643" y="1004"/>
                    <a:pt x="5680" y="953"/>
                  </a:cubicBezTo>
                  <a:cubicBezTo>
                    <a:pt x="5764" y="833"/>
                    <a:pt x="5895" y="762"/>
                    <a:pt x="6049" y="762"/>
                  </a:cubicBezTo>
                  <a:lnTo>
                    <a:pt x="7502" y="762"/>
                  </a:lnTo>
                  <a:cubicBezTo>
                    <a:pt x="7681" y="762"/>
                    <a:pt x="7847" y="869"/>
                    <a:pt x="7919" y="1024"/>
                  </a:cubicBezTo>
                  <a:lnTo>
                    <a:pt x="8240" y="1703"/>
                  </a:lnTo>
                  <a:lnTo>
                    <a:pt x="5335" y="1703"/>
                  </a:lnTo>
                  <a:lnTo>
                    <a:pt x="5395" y="1584"/>
                  </a:lnTo>
                  <a:cubicBezTo>
                    <a:pt x="5430" y="1488"/>
                    <a:pt x="5395" y="1381"/>
                    <a:pt x="5299" y="1345"/>
                  </a:cubicBezTo>
                  <a:cubicBezTo>
                    <a:pt x="5276" y="1332"/>
                    <a:pt x="5252" y="1327"/>
                    <a:pt x="5227" y="1327"/>
                  </a:cubicBezTo>
                  <a:cubicBezTo>
                    <a:pt x="5162" y="1327"/>
                    <a:pt x="5096" y="1368"/>
                    <a:pt x="5061" y="1429"/>
                  </a:cubicBezTo>
                  <a:lnTo>
                    <a:pt x="4942" y="1703"/>
                  </a:lnTo>
                  <a:lnTo>
                    <a:pt x="3561" y="1703"/>
                  </a:lnTo>
                  <a:cubicBezTo>
                    <a:pt x="3549" y="1226"/>
                    <a:pt x="3144" y="833"/>
                    <a:pt x="2668" y="833"/>
                  </a:cubicBezTo>
                  <a:lnTo>
                    <a:pt x="2525" y="833"/>
                  </a:lnTo>
                  <a:lnTo>
                    <a:pt x="2525" y="464"/>
                  </a:lnTo>
                  <a:cubicBezTo>
                    <a:pt x="2525" y="214"/>
                    <a:pt x="2311" y="0"/>
                    <a:pt x="20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51"/>
            <p:cNvSpPr/>
            <p:nvPr/>
          </p:nvSpPr>
          <p:spPr>
            <a:xfrm>
              <a:off x="4035214" y="4410037"/>
              <a:ext cx="11386" cy="140896"/>
            </a:xfrm>
            <a:custGeom>
              <a:rect b="b" l="l" r="r" t="t"/>
              <a:pathLst>
                <a:path extrusionOk="0" h="4430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4251"/>
                  </a:lnTo>
                  <a:cubicBezTo>
                    <a:pt x="1" y="4358"/>
                    <a:pt x="72" y="4430"/>
                    <a:pt x="179" y="4430"/>
                  </a:cubicBezTo>
                  <a:cubicBezTo>
                    <a:pt x="287" y="4430"/>
                    <a:pt x="358" y="4358"/>
                    <a:pt x="358" y="4251"/>
                  </a:cubicBezTo>
                  <a:lnTo>
                    <a:pt x="358" y="179"/>
                  </a:lnTo>
                  <a:cubicBezTo>
                    <a:pt x="358" y="84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51"/>
            <p:cNvSpPr/>
            <p:nvPr/>
          </p:nvSpPr>
          <p:spPr>
            <a:xfrm>
              <a:off x="4221146" y="4390827"/>
              <a:ext cx="42460" cy="32886"/>
            </a:xfrm>
            <a:custGeom>
              <a:rect b="b" l="l" r="r" t="t"/>
              <a:pathLst>
                <a:path extrusionOk="0" h="1034" w="1335">
                  <a:moveTo>
                    <a:pt x="813" y="0"/>
                  </a:moveTo>
                  <a:cubicBezTo>
                    <a:pt x="753" y="0"/>
                    <a:pt x="693" y="29"/>
                    <a:pt x="656" y="81"/>
                  </a:cubicBezTo>
                  <a:cubicBezTo>
                    <a:pt x="596" y="152"/>
                    <a:pt x="620" y="271"/>
                    <a:pt x="703" y="331"/>
                  </a:cubicBezTo>
                  <a:cubicBezTo>
                    <a:pt x="846" y="438"/>
                    <a:pt x="775" y="664"/>
                    <a:pt x="596" y="664"/>
                  </a:cubicBezTo>
                  <a:cubicBezTo>
                    <a:pt x="489" y="664"/>
                    <a:pt x="406" y="557"/>
                    <a:pt x="417" y="450"/>
                  </a:cubicBezTo>
                  <a:cubicBezTo>
                    <a:pt x="429" y="355"/>
                    <a:pt x="370" y="259"/>
                    <a:pt x="275" y="247"/>
                  </a:cubicBezTo>
                  <a:cubicBezTo>
                    <a:pt x="265" y="246"/>
                    <a:pt x="256" y="246"/>
                    <a:pt x="248" y="246"/>
                  </a:cubicBezTo>
                  <a:cubicBezTo>
                    <a:pt x="152" y="246"/>
                    <a:pt x="71" y="303"/>
                    <a:pt x="60" y="390"/>
                  </a:cubicBezTo>
                  <a:cubicBezTo>
                    <a:pt x="1" y="736"/>
                    <a:pt x="251" y="1033"/>
                    <a:pt x="584" y="1033"/>
                  </a:cubicBezTo>
                  <a:cubicBezTo>
                    <a:pt x="1120" y="1009"/>
                    <a:pt x="1334" y="331"/>
                    <a:pt x="918" y="33"/>
                  </a:cubicBezTo>
                  <a:cubicBezTo>
                    <a:pt x="886" y="11"/>
                    <a:pt x="849" y="0"/>
                    <a:pt x="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51"/>
            <p:cNvSpPr/>
            <p:nvPr/>
          </p:nvSpPr>
          <p:spPr>
            <a:xfrm>
              <a:off x="4054519" y="4384561"/>
              <a:ext cx="192961" cy="192516"/>
            </a:xfrm>
            <a:custGeom>
              <a:rect b="b" l="l" r="r" t="t"/>
              <a:pathLst>
                <a:path extrusionOk="0" h="6053" w="6067">
                  <a:moveTo>
                    <a:pt x="3013" y="1"/>
                  </a:moveTo>
                  <a:cubicBezTo>
                    <a:pt x="2380" y="1"/>
                    <a:pt x="1733" y="201"/>
                    <a:pt x="1168" y="647"/>
                  </a:cubicBezTo>
                  <a:cubicBezTo>
                    <a:pt x="1096" y="706"/>
                    <a:pt x="1073" y="825"/>
                    <a:pt x="1132" y="909"/>
                  </a:cubicBezTo>
                  <a:cubicBezTo>
                    <a:pt x="1166" y="949"/>
                    <a:pt x="1219" y="971"/>
                    <a:pt x="1274" y="971"/>
                  </a:cubicBezTo>
                  <a:cubicBezTo>
                    <a:pt x="1315" y="971"/>
                    <a:pt x="1358" y="958"/>
                    <a:pt x="1394" y="933"/>
                  </a:cubicBezTo>
                  <a:cubicBezTo>
                    <a:pt x="1895" y="538"/>
                    <a:pt x="2466" y="360"/>
                    <a:pt x="3024" y="360"/>
                  </a:cubicBezTo>
                  <a:cubicBezTo>
                    <a:pt x="4402" y="360"/>
                    <a:pt x="5704" y="1444"/>
                    <a:pt x="5704" y="3028"/>
                  </a:cubicBezTo>
                  <a:cubicBezTo>
                    <a:pt x="5704" y="3659"/>
                    <a:pt x="5478" y="4266"/>
                    <a:pt x="5085" y="4743"/>
                  </a:cubicBezTo>
                  <a:cubicBezTo>
                    <a:pt x="4573" y="5350"/>
                    <a:pt x="3835" y="5707"/>
                    <a:pt x="3025" y="5707"/>
                  </a:cubicBezTo>
                  <a:cubicBezTo>
                    <a:pt x="1549" y="5707"/>
                    <a:pt x="358" y="4516"/>
                    <a:pt x="358" y="3052"/>
                  </a:cubicBezTo>
                  <a:cubicBezTo>
                    <a:pt x="358" y="2457"/>
                    <a:pt x="561" y="1897"/>
                    <a:pt x="918" y="1421"/>
                  </a:cubicBezTo>
                  <a:cubicBezTo>
                    <a:pt x="977" y="1349"/>
                    <a:pt x="953" y="1230"/>
                    <a:pt x="882" y="1171"/>
                  </a:cubicBezTo>
                  <a:cubicBezTo>
                    <a:pt x="852" y="1146"/>
                    <a:pt x="814" y="1134"/>
                    <a:pt x="776" y="1134"/>
                  </a:cubicBezTo>
                  <a:cubicBezTo>
                    <a:pt x="722" y="1134"/>
                    <a:pt x="667" y="1158"/>
                    <a:pt x="632" y="1206"/>
                  </a:cubicBezTo>
                  <a:cubicBezTo>
                    <a:pt x="227" y="1742"/>
                    <a:pt x="1" y="2361"/>
                    <a:pt x="1" y="3028"/>
                  </a:cubicBezTo>
                  <a:cubicBezTo>
                    <a:pt x="1" y="4695"/>
                    <a:pt x="1358" y="6052"/>
                    <a:pt x="3025" y="6052"/>
                  </a:cubicBezTo>
                  <a:cubicBezTo>
                    <a:pt x="3930" y="6052"/>
                    <a:pt x="4775" y="5648"/>
                    <a:pt x="5347" y="4969"/>
                  </a:cubicBezTo>
                  <a:cubicBezTo>
                    <a:pt x="5787" y="4433"/>
                    <a:pt x="6049" y="3731"/>
                    <a:pt x="6049" y="3028"/>
                  </a:cubicBezTo>
                  <a:cubicBezTo>
                    <a:pt x="6066" y="1230"/>
                    <a:pt x="4580" y="1"/>
                    <a:pt x="30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51"/>
            <p:cNvSpPr/>
            <p:nvPr/>
          </p:nvSpPr>
          <p:spPr>
            <a:xfrm>
              <a:off x="4085593" y="4420278"/>
              <a:ext cx="145826" cy="120923"/>
            </a:xfrm>
            <a:custGeom>
              <a:rect b="b" l="l" r="r" t="t"/>
              <a:pathLst>
                <a:path extrusionOk="0" h="3802" w="4585">
                  <a:moveTo>
                    <a:pt x="2060" y="0"/>
                  </a:moveTo>
                  <a:cubicBezTo>
                    <a:pt x="893" y="0"/>
                    <a:pt x="0" y="1060"/>
                    <a:pt x="191" y="2203"/>
                  </a:cubicBezTo>
                  <a:cubicBezTo>
                    <a:pt x="202" y="2301"/>
                    <a:pt x="282" y="2359"/>
                    <a:pt x="369" y="2359"/>
                  </a:cubicBezTo>
                  <a:cubicBezTo>
                    <a:pt x="377" y="2359"/>
                    <a:pt x="385" y="2359"/>
                    <a:pt x="393" y="2358"/>
                  </a:cubicBezTo>
                  <a:cubicBezTo>
                    <a:pt x="500" y="2346"/>
                    <a:pt x="560" y="2250"/>
                    <a:pt x="548" y="2143"/>
                  </a:cubicBezTo>
                  <a:cubicBezTo>
                    <a:pt x="377" y="1146"/>
                    <a:pt x="1184" y="350"/>
                    <a:pt x="2075" y="350"/>
                  </a:cubicBezTo>
                  <a:cubicBezTo>
                    <a:pt x="2428" y="350"/>
                    <a:pt x="2795" y="475"/>
                    <a:pt x="3120" y="762"/>
                  </a:cubicBezTo>
                  <a:cubicBezTo>
                    <a:pt x="3727" y="1334"/>
                    <a:pt x="3786" y="2310"/>
                    <a:pt x="3191" y="2941"/>
                  </a:cubicBezTo>
                  <a:cubicBezTo>
                    <a:pt x="2884" y="3270"/>
                    <a:pt x="2472" y="3430"/>
                    <a:pt x="2064" y="3430"/>
                  </a:cubicBezTo>
                  <a:cubicBezTo>
                    <a:pt x="1569" y="3430"/>
                    <a:pt x="1079" y="3195"/>
                    <a:pt x="786" y="2739"/>
                  </a:cubicBezTo>
                  <a:cubicBezTo>
                    <a:pt x="751" y="2690"/>
                    <a:pt x="700" y="2666"/>
                    <a:pt x="645" y="2666"/>
                  </a:cubicBezTo>
                  <a:cubicBezTo>
                    <a:pt x="606" y="2666"/>
                    <a:pt x="564" y="2678"/>
                    <a:pt x="524" y="2703"/>
                  </a:cubicBezTo>
                  <a:cubicBezTo>
                    <a:pt x="441" y="2762"/>
                    <a:pt x="429" y="2858"/>
                    <a:pt x="488" y="2953"/>
                  </a:cubicBezTo>
                  <a:cubicBezTo>
                    <a:pt x="859" y="3512"/>
                    <a:pt x="1464" y="3801"/>
                    <a:pt x="2073" y="3801"/>
                  </a:cubicBezTo>
                  <a:cubicBezTo>
                    <a:pt x="2579" y="3801"/>
                    <a:pt x="3087" y="3602"/>
                    <a:pt x="3465" y="3191"/>
                  </a:cubicBezTo>
                  <a:cubicBezTo>
                    <a:pt x="4584" y="1988"/>
                    <a:pt x="3715" y="0"/>
                    <a:pt x="2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51"/>
            <p:cNvSpPr/>
            <p:nvPr/>
          </p:nvSpPr>
          <p:spPr>
            <a:xfrm>
              <a:off x="4131392" y="4449507"/>
              <a:ext cx="54577" cy="45767"/>
            </a:xfrm>
            <a:custGeom>
              <a:rect b="b" l="l" r="r" t="t"/>
              <a:pathLst>
                <a:path extrusionOk="0" h="1439" w="1716">
                  <a:moveTo>
                    <a:pt x="820" y="0"/>
                  </a:moveTo>
                  <a:cubicBezTo>
                    <a:pt x="805" y="0"/>
                    <a:pt x="790" y="3"/>
                    <a:pt x="775" y="10"/>
                  </a:cubicBezTo>
                  <a:cubicBezTo>
                    <a:pt x="203" y="129"/>
                    <a:pt x="1" y="831"/>
                    <a:pt x="394" y="1224"/>
                  </a:cubicBezTo>
                  <a:cubicBezTo>
                    <a:pt x="537" y="1367"/>
                    <a:pt x="724" y="1439"/>
                    <a:pt x="912" y="1439"/>
                  </a:cubicBezTo>
                  <a:cubicBezTo>
                    <a:pt x="1099" y="1439"/>
                    <a:pt x="1287" y="1367"/>
                    <a:pt x="1430" y="1224"/>
                  </a:cubicBezTo>
                  <a:cubicBezTo>
                    <a:pt x="1668" y="986"/>
                    <a:pt x="1715" y="665"/>
                    <a:pt x="1573" y="391"/>
                  </a:cubicBezTo>
                  <a:cubicBezTo>
                    <a:pt x="1546" y="329"/>
                    <a:pt x="1481" y="294"/>
                    <a:pt x="1410" y="294"/>
                  </a:cubicBezTo>
                  <a:cubicBezTo>
                    <a:pt x="1385" y="294"/>
                    <a:pt x="1359" y="298"/>
                    <a:pt x="1334" y="307"/>
                  </a:cubicBezTo>
                  <a:cubicBezTo>
                    <a:pt x="1251" y="343"/>
                    <a:pt x="1215" y="450"/>
                    <a:pt x="1251" y="546"/>
                  </a:cubicBezTo>
                  <a:cubicBezTo>
                    <a:pt x="1311" y="677"/>
                    <a:pt x="1287" y="843"/>
                    <a:pt x="1180" y="962"/>
                  </a:cubicBezTo>
                  <a:cubicBezTo>
                    <a:pt x="1102" y="1034"/>
                    <a:pt x="1007" y="1069"/>
                    <a:pt x="913" y="1069"/>
                  </a:cubicBezTo>
                  <a:cubicBezTo>
                    <a:pt x="820" y="1069"/>
                    <a:pt x="727" y="1034"/>
                    <a:pt x="656" y="962"/>
                  </a:cubicBezTo>
                  <a:cubicBezTo>
                    <a:pt x="441" y="748"/>
                    <a:pt x="561" y="391"/>
                    <a:pt x="846" y="343"/>
                  </a:cubicBezTo>
                  <a:cubicBezTo>
                    <a:pt x="953" y="331"/>
                    <a:pt x="1013" y="236"/>
                    <a:pt x="977" y="141"/>
                  </a:cubicBezTo>
                  <a:cubicBezTo>
                    <a:pt x="958" y="63"/>
                    <a:pt x="890" y="0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51"/>
          <p:cNvGrpSpPr/>
          <p:nvPr/>
        </p:nvGrpSpPr>
        <p:grpSpPr>
          <a:xfrm>
            <a:off x="680965" y="2604155"/>
            <a:ext cx="337069" cy="302593"/>
            <a:chOff x="3441065" y="4302505"/>
            <a:chExt cx="337069" cy="302593"/>
          </a:xfrm>
        </p:grpSpPr>
        <p:sp>
          <p:nvSpPr>
            <p:cNvPr id="292" name="Google Shape;292;p51"/>
            <p:cNvSpPr/>
            <p:nvPr/>
          </p:nvSpPr>
          <p:spPr>
            <a:xfrm>
              <a:off x="3441065" y="4366941"/>
              <a:ext cx="337069" cy="173655"/>
            </a:xfrm>
            <a:custGeom>
              <a:rect b="b" l="l" r="r" t="t"/>
              <a:pathLst>
                <a:path extrusionOk="0" h="5460" w="10598">
                  <a:moveTo>
                    <a:pt x="5062" y="1"/>
                  </a:moveTo>
                  <a:cubicBezTo>
                    <a:pt x="3977" y="1"/>
                    <a:pt x="2891" y="303"/>
                    <a:pt x="1834" y="951"/>
                  </a:cubicBezTo>
                  <a:cubicBezTo>
                    <a:pt x="1001" y="1463"/>
                    <a:pt x="418" y="2058"/>
                    <a:pt x="156" y="2368"/>
                  </a:cubicBezTo>
                  <a:cubicBezTo>
                    <a:pt x="1" y="2546"/>
                    <a:pt x="1" y="2808"/>
                    <a:pt x="168" y="2987"/>
                  </a:cubicBezTo>
                  <a:cubicBezTo>
                    <a:pt x="1001" y="3844"/>
                    <a:pt x="1870" y="4475"/>
                    <a:pt x="2739" y="4892"/>
                  </a:cubicBezTo>
                  <a:cubicBezTo>
                    <a:pt x="2763" y="4916"/>
                    <a:pt x="2787" y="4916"/>
                    <a:pt x="2823" y="4916"/>
                  </a:cubicBezTo>
                  <a:cubicBezTo>
                    <a:pt x="2977" y="4916"/>
                    <a:pt x="3037" y="4689"/>
                    <a:pt x="2894" y="4618"/>
                  </a:cubicBezTo>
                  <a:cubicBezTo>
                    <a:pt x="2049" y="4213"/>
                    <a:pt x="1215" y="3582"/>
                    <a:pt x="406" y="2773"/>
                  </a:cubicBezTo>
                  <a:cubicBezTo>
                    <a:pt x="346" y="2713"/>
                    <a:pt x="346" y="2630"/>
                    <a:pt x="406" y="2570"/>
                  </a:cubicBezTo>
                  <a:cubicBezTo>
                    <a:pt x="799" y="2130"/>
                    <a:pt x="2061" y="868"/>
                    <a:pt x="3918" y="451"/>
                  </a:cubicBezTo>
                  <a:lnTo>
                    <a:pt x="3918" y="451"/>
                  </a:lnTo>
                  <a:cubicBezTo>
                    <a:pt x="3561" y="665"/>
                    <a:pt x="3263" y="963"/>
                    <a:pt x="3025" y="1320"/>
                  </a:cubicBezTo>
                  <a:cubicBezTo>
                    <a:pt x="2977" y="1403"/>
                    <a:pt x="3001" y="1487"/>
                    <a:pt x="3073" y="1534"/>
                  </a:cubicBezTo>
                  <a:cubicBezTo>
                    <a:pt x="3098" y="1551"/>
                    <a:pt x="3126" y="1559"/>
                    <a:pt x="3154" y="1559"/>
                  </a:cubicBezTo>
                  <a:cubicBezTo>
                    <a:pt x="3204" y="1559"/>
                    <a:pt x="3252" y="1533"/>
                    <a:pt x="3275" y="1487"/>
                  </a:cubicBezTo>
                  <a:cubicBezTo>
                    <a:pt x="3728" y="772"/>
                    <a:pt x="4490" y="367"/>
                    <a:pt x="5299" y="367"/>
                  </a:cubicBezTo>
                  <a:cubicBezTo>
                    <a:pt x="6609" y="367"/>
                    <a:pt x="7680" y="1439"/>
                    <a:pt x="7680" y="2749"/>
                  </a:cubicBezTo>
                  <a:cubicBezTo>
                    <a:pt x="7680" y="3820"/>
                    <a:pt x="6954" y="4773"/>
                    <a:pt x="5930" y="5047"/>
                  </a:cubicBezTo>
                  <a:cubicBezTo>
                    <a:pt x="5720" y="5103"/>
                    <a:pt x="5510" y="5130"/>
                    <a:pt x="5305" y="5130"/>
                  </a:cubicBezTo>
                  <a:cubicBezTo>
                    <a:pt x="4250" y="5130"/>
                    <a:pt x="3302" y="4424"/>
                    <a:pt x="3013" y="3368"/>
                  </a:cubicBezTo>
                  <a:cubicBezTo>
                    <a:pt x="2954" y="3154"/>
                    <a:pt x="2918" y="2951"/>
                    <a:pt x="2918" y="2737"/>
                  </a:cubicBezTo>
                  <a:cubicBezTo>
                    <a:pt x="2918" y="2487"/>
                    <a:pt x="2966" y="2249"/>
                    <a:pt x="3037" y="2011"/>
                  </a:cubicBezTo>
                  <a:cubicBezTo>
                    <a:pt x="3073" y="1915"/>
                    <a:pt x="3025" y="1844"/>
                    <a:pt x="2942" y="1820"/>
                  </a:cubicBezTo>
                  <a:cubicBezTo>
                    <a:pt x="2920" y="1812"/>
                    <a:pt x="2899" y="1808"/>
                    <a:pt x="2880" y="1808"/>
                  </a:cubicBezTo>
                  <a:cubicBezTo>
                    <a:pt x="2816" y="1808"/>
                    <a:pt x="2767" y="1851"/>
                    <a:pt x="2739" y="1915"/>
                  </a:cubicBezTo>
                  <a:cubicBezTo>
                    <a:pt x="2656" y="2189"/>
                    <a:pt x="2608" y="2475"/>
                    <a:pt x="2608" y="2737"/>
                  </a:cubicBezTo>
                  <a:cubicBezTo>
                    <a:pt x="2608" y="2975"/>
                    <a:pt x="2644" y="3213"/>
                    <a:pt x="2704" y="3439"/>
                  </a:cubicBezTo>
                  <a:cubicBezTo>
                    <a:pt x="2858" y="4058"/>
                    <a:pt x="3251" y="4582"/>
                    <a:pt x="3739" y="4928"/>
                  </a:cubicBezTo>
                  <a:cubicBezTo>
                    <a:pt x="3632" y="4892"/>
                    <a:pt x="3549" y="4868"/>
                    <a:pt x="3442" y="4820"/>
                  </a:cubicBezTo>
                  <a:cubicBezTo>
                    <a:pt x="3427" y="4816"/>
                    <a:pt x="3412" y="4813"/>
                    <a:pt x="3396" y="4813"/>
                  </a:cubicBezTo>
                  <a:cubicBezTo>
                    <a:pt x="3334" y="4813"/>
                    <a:pt x="3270" y="4849"/>
                    <a:pt x="3251" y="4916"/>
                  </a:cubicBezTo>
                  <a:cubicBezTo>
                    <a:pt x="3216" y="4987"/>
                    <a:pt x="3263" y="5070"/>
                    <a:pt x="3335" y="5106"/>
                  </a:cubicBezTo>
                  <a:cubicBezTo>
                    <a:pt x="3996" y="5346"/>
                    <a:pt x="4652" y="5460"/>
                    <a:pt x="5299" y="5460"/>
                  </a:cubicBezTo>
                  <a:cubicBezTo>
                    <a:pt x="6446" y="5460"/>
                    <a:pt x="7563" y="5103"/>
                    <a:pt x="8621" y="4463"/>
                  </a:cubicBezTo>
                  <a:cubicBezTo>
                    <a:pt x="9502" y="3927"/>
                    <a:pt x="10145" y="3308"/>
                    <a:pt x="10443" y="2975"/>
                  </a:cubicBezTo>
                  <a:cubicBezTo>
                    <a:pt x="10597" y="2808"/>
                    <a:pt x="10586" y="2511"/>
                    <a:pt x="10395" y="2356"/>
                  </a:cubicBezTo>
                  <a:cubicBezTo>
                    <a:pt x="10062" y="2058"/>
                    <a:pt x="9728" y="1784"/>
                    <a:pt x="9383" y="1546"/>
                  </a:cubicBezTo>
                  <a:cubicBezTo>
                    <a:pt x="9357" y="1529"/>
                    <a:pt x="9327" y="1521"/>
                    <a:pt x="9298" y="1521"/>
                  </a:cubicBezTo>
                  <a:cubicBezTo>
                    <a:pt x="9246" y="1521"/>
                    <a:pt x="9194" y="1544"/>
                    <a:pt x="9157" y="1582"/>
                  </a:cubicBezTo>
                  <a:cubicBezTo>
                    <a:pt x="9109" y="1653"/>
                    <a:pt x="9133" y="1737"/>
                    <a:pt x="9192" y="1796"/>
                  </a:cubicBezTo>
                  <a:cubicBezTo>
                    <a:pt x="9514" y="2034"/>
                    <a:pt x="9847" y="2296"/>
                    <a:pt x="10169" y="2594"/>
                  </a:cubicBezTo>
                  <a:cubicBezTo>
                    <a:pt x="10228" y="2653"/>
                    <a:pt x="10228" y="2737"/>
                    <a:pt x="10181" y="2796"/>
                  </a:cubicBezTo>
                  <a:cubicBezTo>
                    <a:pt x="9788" y="3225"/>
                    <a:pt x="8550" y="4439"/>
                    <a:pt x="6835" y="4939"/>
                  </a:cubicBezTo>
                  <a:cubicBezTo>
                    <a:pt x="8311" y="3904"/>
                    <a:pt x="8359" y="1737"/>
                    <a:pt x="6954" y="629"/>
                  </a:cubicBezTo>
                  <a:lnTo>
                    <a:pt x="6954" y="629"/>
                  </a:lnTo>
                  <a:cubicBezTo>
                    <a:pt x="7538" y="820"/>
                    <a:pt x="8121" y="1106"/>
                    <a:pt x="8692" y="1463"/>
                  </a:cubicBezTo>
                  <a:cubicBezTo>
                    <a:pt x="8722" y="1476"/>
                    <a:pt x="8752" y="1482"/>
                    <a:pt x="8780" y="1482"/>
                  </a:cubicBezTo>
                  <a:cubicBezTo>
                    <a:pt x="8831" y="1482"/>
                    <a:pt x="8876" y="1461"/>
                    <a:pt x="8907" y="1415"/>
                  </a:cubicBezTo>
                  <a:cubicBezTo>
                    <a:pt x="8954" y="1344"/>
                    <a:pt x="8931" y="1249"/>
                    <a:pt x="8859" y="1201"/>
                  </a:cubicBezTo>
                  <a:cubicBezTo>
                    <a:pt x="7632" y="426"/>
                    <a:pt x="6348" y="1"/>
                    <a:pt x="50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51"/>
            <p:cNvSpPr/>
            <p:nvPr/>
          </p:nvSpPr>
          <p:spPr>
            <a:xfrm>
              <a:off x="3572864" y="4423300"/>
              <a:ext cx="76141" cy="61479"/>
            </a:xfrm>
            <a:custGeom>
              <a:rect b="b" l="l" r="r" t="t"/>
              <a:pathLst>
                <a:path extrusionOk="0" h="1933" w="2394">
                  <a:moveTo>
                    <a:pt x="1143" y="0"/>
                  </a:moveTo>
                  <a:cubicBezTo>
                    <a:pt x="465" y="0"/>
                    <a:pt x="0" y="679"/>
                    <a:pt x="238" y="1322"/>
                  </a:cubicBezTo>
                  <a:cubicBezTo>
                    <a:pt x="258" y="1381"/>
                    <a:pt x="326" y="1423"/>
                    <a:pt x="396" y="1423"/>
                  </a:cubicBezTo>
                  <a:cubicBezTo>
                    <a:pt x="411" y="1423"/>
                    <a:pt x="426" y="1421"/>
                    <a:pt x="441" y="1417"/>
                  </a:cubicBezTo>
                  <a:cubicBezTo>
                    <a:pt x="524" y="1382"/>
                    <a:pt x="560" y="1298"/>
                    <a:pt x="536" y="1203"/>
                  </a:cubicBezTo>
                  <a:cubicBezTo>
                    <a:pt x="354" y="738"/>
                    <a:pt x="729" y="308"/>
                    <a:pt x="1156" y="308"/>
                  </a:cubicBezTo>
                  <a:cubicBezTo>
                    <a:pt x="1287" y="308"/>
                    <a:pt x="1422" y="349"/>
                    <a:pt x="1548" y="441"/>
                  </a:cubicBezTo>
                  <a:cubicBezTo>
                    <a:pt x="2036" y="822"/>
                    <a:pt x="1774" y="1620"/>
                    <a:pt x="1143" y="1620"/>
                  </a:cubicBezTo>
                  <a:cubicBezTo>
                    <a:pt x="1048" y="1620"/>
                    <a:pt x="953" y="1608"/>
                    <a:pt x="881" y="1560"/>
                  </a:cubicBezTo>
                  <a:cubicBezTo>
                    <a:pt x="860" y="1554"/>
                    <a:pt x="840" y="1551"/>
                    <a:pt x="819" y="1551"/>
                  </a:cubicBezTo>
                  <a:cubicBezTo>
                    <a:pt x="759" y="1551"/>
                    <a:pt x="703" y="1578"/>
                    <a:pt x="667" y="1632"/>
                  </a:cubicBezTo>
                  <a:cubicBezTo>
                    <a:pt x="643" y="1715"/>
                    <a:pt x="667" y="1798"/>
                    <a:pt x="738" y="1846"/>
                  </a:cubicBezTo>
                  <a:cubicBezTo>
                    <a:pt x="869" y="1904"/>
                    <a:pt x="1009" y="1933"/>
                    <a:pt x="1148" y="1933"/>
                  </a:cubicBezTo>
                  <a:cubicBezTo>
                    <a:pt x="1438" y="1933"/>
                    <a:pt x="1724" y="1806"/>
                    <a:pt x="1917" y="1548"/>
                  </a:cubicBezTo>
                  <a:cubicBezTo>
                    <a:pt x="2393" y="917"/>
                    <a:pt x="1965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51"/>
            <p:cNvSpPr/>
            <p:nvPr/>
          </p:nvSpPr>
          <p:spPr>
            <a:xfrm>
              <a:off x="3619045" y="4394485"/>
              <a:ext cx="46626" cy="39088"/>
            </a:xfrm>
            <a:custGeom>
              <a:rect b="b" l="l" r="r" t="t"/>
              <a:pathLst>
                <a:path extrusionOk="0" h="1229" w="1466">
                  <a:moveTo>
                    <a:pt x="782" y="310"/>
                  </a:moveTo>
                  <a:cubicBezTo>
                    <a:pt x="917" y="310"/>
                    <a:pt x="1054" y="400"/>
                    <a:pt x="1096" y="549"/>
                  </a:cubicBezTo>
                  <a:cubicBezTo>
                    <a:pt x="1120" y="716"/>
                    <a:pt x="1013" y="871"/>
                    <a:pt x="858" y="906"/>
                  </a:cubicBezTo>
                  <a:cubicBezTo>
                    <a:pt x="834" y="912"/>
                    <a:pt x="810" y="914"/>
                    <a:pt x="788" y="914"/>
                  </a:cubicBezTo>
                  <a:cubicBezTo>
                    <a:pt x="553" y="914"/>
                    <a:pt x="406" y="648"/>
                    <a:pt x="537" y="442"/>
                  </a:cubicBezTo>
                  <a:cubicBezTo>
                    <a:pt x="599" y="351"/>
                    <a:pt x="690" y="310"/>
                    <a:pt x="782" y="310"/>
                  </a:cubicBezTo>
                  <a:close/>
                  <a:moveTo>
                    <a:pt x="791" y="1"/>
                  </a:moveTo>
                  <a:cubicBezTo>
                    <a:pt x="598" y="1"/>
                    <a:pt x="403" y="88"/>
                    <a:pt x="275" y="275"/>
                  </a:cubicBezTo>
                  <a:cubicBezTo>
                    <a:pt x="1" y="692"/>
                    <a:pt x="321" y="1229"/>
                    <a:pt x="792" y="1229"/>
                  </a:cubicBezTo>
                  <a:cubicBezTo>
                    <a:pt x="833" y="1229"/>
                    <a:pt x="875" y="1225"/>
                    <a:pt x="918" y="1216"/>
                  </a:cubicBezTo>
                  <a:cubicBezTo>
                    <a:pt x="1251" y="1145"/>
                    <a:pt x="1465" y="811"/>
                    <a:pt x="1394" y="490"/>
                  </a:cubicBezTo>
                  <a:cubicBezTo>
                    <a:pt x="1331" y="176"/>
                    <a:pt x="1064" y="1"/>
                    <a:pt x="7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51"/>
            <p:cNvSpPr/>
            <p:nvPr/>
          </p:nvSpPr>
          <p:spPr>
            <a:xfrm>
              <a:off x="3604669" y="4302505"/>
              <a:ext cx="9860" cy="42046"/>
            </a:xfrm>
            <a:custGeom>
              <a:rect b="b" l="l" r="r" t="t"/>
              <a:pathLst>
                <a:path extrusionOk="0" h="1322" w="31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lnTo>
                    <a:pt x="0" y="1179"/>
                  </a:lnTo>
                  <a:cubicBezTo>
                    <a:pt x="0" y="1262"/>
                    <a:pt x="72" y="1322"/>
                    <a:pt x="143" y="1322"/>
                  </a:cubicBezTo>
                  <a:cubicBezTo>
                    <a:pt x="238" y="1322"/>
                    <a:pt x="298" y="1250"/>
                    <a:pt x="298" y="1179"/>
                  </a:cubicBezTo>
                  <a:lnTo>
                    <a:pt x="298" y="155"/>
                  </a:lnTo>
                  <a:cubicBezTo>
                    <a:pt x="310" y="72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51"/>
            <p:cNvSpPr/>
            <p:nvPr/>
          </p:nvSpPr>
          <p:spPr>
            <a:xfrm>
              <a:off x="3528178" y="4315926"/>
              <a:ext cx="22359" cy="40742"/>
            </a:xfrm>
            <a:custGeom>
              <a:rect b="b" l="l" r="r" t="t"/>
              <a:pathLst>
                <a:path extrusionOk="0" h="1281" w="703">
                  <a:moveTo>
                    <a:pt x="163" y="1"/>
                  </a:moveTo>
                  <a:cubicBezTo>
                    <a:pt x="149" y="1"/>
                    <a:pt x="134" y="3"/>
                    <a:pt x="119" y="7"/>
                  </a:cubicBezTo>
                  <a:cubicBezTo>
                    <a:pt x="48" y="43"/>
                    <a:pt x="0" y="126"/>
                    <a:pt x="36" y="209"/>
                  </a:cubicBezTo>
                  <a:lnTo>
                    <a:pt x="393" y="1174"/>
                  </a:lnTo>
                  <a:cubicBezTo>
                    <a:pt x="417" y="1233"/>
                    <a:pt x="477" y="1281"/>
                    <a:pt x="536" y="1281"/>
                  </a:cubicBezTo>
                  <a:cubicBezTo>
                    <a:pt x="631" y="1281"/>
                    <a:pt x="703" y="1174"/>
                    <a:pt x="679" y="1067"/>
                  </a:cubicBezTo>
                  <a:lnTo>
                    <a:pt x="322" y="102"/>
                  </a:lnTo>
                  <a:cubicBezTo>
                    <a:pt x="292" y="43"/>
                    <a:pt x="231" y="1"/>
                    <a:pt x="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51"/>
            <p:cNvSpPr/>
            <p:nvPr/>
          </p:nvSpPr>
          <p:spPr>
            <a:xfrm>
              <a:off x="3457730" y="4348590"/>
              <a:ext cx="32600" cy="35367"/>
            </a:xfrm>
            <a:custGeom>
              <a:rect b="b" l="l" r="r" t="t"/>
              <a:pathLst>
                <a:path extrusionOk="0" h="1112" w="1025">
                  <a:moveTo>
                    <a:pt x="183" y="0"/>
                  </a:moveTo>
                  <a:cubicBezTo>
                    <a:pt x="147" y="0"/>
                    <a:pt x="110" y="13"/>
                    <a:pt x="72" y="40"/>
                  </a:cubicBezTo>
                  <a:cubicBezTo>
                    <a:pt x="13" y="99"/>
                    <a:pt x="1" y="194"/>
                    <a:pt x="60" y="266"/>
                  </a:cubicBezTo>
                  <a:lnTo>
                    <a:pt x="715" y="1052"/>
                  </a:lnTo>
                  <a:cubicBezTo>
                    <a:pt x="751" y="1087"/>
                    <a:pt x="787" y="1111"/>
                    <a:pt x="834" y="1111"/>
                  </a:cubicBezTo>
                  <a:cubicBezTo>
                    <a:pt x="953" y="1099"/>
                    <a:pt x="1025" y="944"/>
                    <a:pt x="953" y="849"/>
                  </a:cubicBezTo>
                  <a:lnTo>
                    <a:pt x="298" y="51"/>
                  </a:lnTo>
                  <a:cubicBezTo>
                    <a:pt x="266" y="19"/>
                    <a:pt x="226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51"/>
            <p:cNvSpPr/>
            <p:nvPr/>
          </p:nvSpPr>
          <p:spPr>
            <a:xfrm>
              <a:off x="3727723" y="4351611"/>
              <a:ext cx="32218" cy="34954"/>
            </a:xfrm>
            <a:custGeom>
              <a:rect b="b" l="l" r="r" t="t"/>
              <a:pathLst>
                <a:path extrusionOk="0" h="1099" w="1013">
                  <a:moveTo>
                    <a:pt x="834" y="1"/>
                  </a:moveTo>
                  <a:cubicBezTo>
                    <a:pt x="791" y="1"/>
                    <a:pt x="748" y="19"/>
                    <a:pt x="715" y="52"/>
                  </a:cubicBezTo>
                  <a:lnTo>
                    <a:pt x="60" y="838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9" y="1040"/>
                  </a:cubicBezTo>
                  <a:lnTo>
                    <a:pt x="953" y="254"/>
                  </a:lnTo>
                  <a:cubicBezTo>
                    <a:pt x="1013" y="183"/>
                    <a:pt x="1013" y="76"/>
                    <a:pt x="930" y="40"/>
                  </a:cubicBezTo>
                  <a:cubicBezTo>
                    <a:pt x="903" y="13"/>
                    <a:pt x="869" y="1"/>
                    <a:pt x="8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51"/>
            <p:cNvSpPr/>
            <p:nvPr/>
          </p:nvSpPr>
          <p:spPr>
            <a:xfrm>
              <a:off x="3668279" y="4315926"/>
              <a:ext cx="22391" cy="40742"/>
            </a:xfrm>
            <a:custGeom>
              <a:rect b="b" l="l" r="r" t="t"/>
              <a:pathLst>
                <a:path extrusionOk="0" h="1281" w="704">
                  <a:moveTo>
                    <a:pt x="544" y="1"/>
                  </a:moveTo>
                  <a:cubicBezTo>
                    <a:pt x="481" y="1"/>
                    <a:pt x="413" y="43"/>
                    <a:pt x="394" y="102"/>
                  </a:cubicBezTo>
                  <a:lnTo>
                    <a:pt x="36" y="1067"/>
                  </a:lnTo>
                  <a:cubicBezTo>
                    <a:pt x="1" y="1174"/>
                    <a:pt x="84" y="1281"/>
                    <a:pt x="179" y="1281"/>
                  </a:cubicBezTo>
                  <a:cubicBezTo>
                    <a:pt x="239" y="1281"/>
                    <a:pt x="298" y="1233"/>
                    <a:pt x="334" y="1174"/>
                  </a:cubicBezTo>
                  <a:lnTo>
                    <a:pt x="691" y="209"/>
                  </a:lnTo>
                  <a:cubicBezTo>
                    <a:pt x="703" y="126"/>
                    <a:pt x="655" y="43"/>
                    <a:pt x="584" y="7"/>
                  </a:cubicBezTo>
                  <a:cubicBezTo>
                    <a:pt x="571" y="3"/>
                    <a:pt x="558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51"/>
            <p:cNvSpPr/>
            <p:nvPr/>
          </p:nvSpPr>
          <p:spPr>
            <a:xfrm>
              <a:off x="3603143" y="4563019"/>
              <a:ext cx="9891" cy="42078"/>
            </a:xfrm>
            <a:custGeom>
              <a:rect b="b" l="l" r="r" t="t"/>
              <a:pathLst>
                <a:path extrusionOk="0" h="1323" w="311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68"/>
                  </a:lnTo>
                  <a:cubicBezTo>
                    <a:pt x="1" y="1263"/>
                    <a:pt x="72" y="1322"/>
                    <a:pt x="144" y="1322"/>
                  </a:cubicBezTo>
                  <a:cubicBezTo>
                    <a:pt x="239" y="1322"/>
                    <a:pt x="298" y="1251"/>
                    <a:pt x="298" y="1168"/>
                  </a:cubicBezTo>
                  <a:lnTo>
                    <a:pt x="298" y="144"/>
                  </a:ln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51"/>
            <p:cNvSpPr/>
            <p:nvPr/>
          </p:nvSpPr>
          <p:spPr>
            <a:xfrm>
              <a:off x="3667134" y="4552206"/>
              <a:ext cx="22009" cy="40233"/>
            </a:xfrm>
            <a:custGeom>
              <a:rect b="b" l="l" r="r" t="t"/>
              <a:pathLst>
                <a:path extrusionOk="0" h="1265" w="692">
                  <a:moveTo>
                    <a:pt x="165" y="0"/>
                  </a:moveTo>
                  <a:cubicBezTo>
                    <a:pt x="150" y="0"/>
                    <a:pt x="135" y="3"/>
                    <a:pt x="120" y="7"/>
                  </a:cubicBezTo>
                  <a:cubicBezTo>
                    <a:pt x="37" y="43"/>
                    <a:pt x="1" y="126"/>
                    <a:pt x="25" y="198"/>
                  </a:cubicBezTo>
                  <a:lnTo>
                    <a:pt x="382" y="1174"/>
                  </a:lnTo>
                  <a:cubicBezTo>
                    <a:pt x="410" y="1231"/>
                    <a:pt x="468" y="1265"/>
                    <a:pt x="527" y="1265"/>
                  </a:cubicBezTo>
                  <a:cubicBezTo>
                    <a:pt x="542" y="1265"/>
                    <a:pt x="557" y="1263"/>
                    <a:pt x="572" y="1258"/>
                  </a:cubicBezTo>
                  <a:cubicBezTo>
                    <a:pt x="656" y="1234"/>
                    <a:pt x="691" y="1139"/>
                    <a:pt x="668" y="1067"/>
                  </a:cubicBezTo>
                  <a:lnTo>
                    <a:pt x="310" y="103"/>
                  </a:lnTo>
                  <a:cubicBezTo>
                    <a:pt x="282" y="36"/>
                    <a:pt x="223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51"/>
            <p:cNvSpPr/>
            <p:nvPr/>
          </p:nvSpPr>
          <p:spPr>
            <a:xfrm>
              <a:off x="3727723" y="4524662"/>
              <a:ext cx="32982" cy="35367"/>
            </a:xfrm>
            <a:custGeom>
              <a:rect b="b" l="l" r="r" t="t"/>
              <a:pathLst>
                <a:path extrusionOk="0" h="1112" w="1037">
                  <a:moveTo>
                    <a:pt x="178" y="1"/>
                  </a:moveTo>
                  <a:cubicBezTo>
                    <a:pt x="142" y="1"/>
                    <a:pt x="104" y="13"/>
                    <a:pt x="72" y="40"/>
                  </a:cubicBezTo>
                  <a:cubicBezTo>
                    <a:pt x="13" y="100"/>
                    <a:pt x="1" y="195"/>
                    <a:pt x="60" y="266"/>
                  </a:cubicBezTo>
                  <a:lnTo>
                    <a:pt x="715" y="1052"/>
                  </a:lnTo>
                  <a:cubicBezTo>
                    <a:pt x="739" y="1088"/>
                    <a:pt x="787" y="1112"/>
                    <a:pt x="834" y="1112"/>
                  </a:cubicBezTo>
                  <a:cubicBezTo>
                    <a:pt x="965" y="1100"/>
                    <a:pt x="1037" y="945"/>
                    <a:pt x="953" y="850"/>
                  </a:cubicBezTo>
                  <a:lnTo>
                    <a:pt x="299" y="52"/>
                  </a:lnTo>
                  <a:cubicBezTo>
                    <a:pt x="266" y="19"/>
                    <a:pt x="222" y="1"/>
                    <a:pt x="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51"/>
            <p:cNvSpPr/>
            <p:nvPr/>
          </p:nvSpPr>
          <p:spPr>
            <a:xfrm>
              <a:off x="3457349" y="4522023"/>
              <a:ext cx="32218" cy="34954"/>
            </a:xfrm>
            <a:custGeom>
              <a:rect b="b" l="l" r="r" t="t"/>
              <a:pathLst>
                <a:path extrusionOk="0" h="1099" w="1013">
                  <a:moveTo>
                    <a:pt x="841" y="0"/>
                  </a:moveTo>
                  <a:cubicBezTo>
                    <a:pt x="795" y="0"/>
                    <a:pt x="748" y="19"/>
                    <a:pt x="715" y="52"/>
                  </a:cubicBezTo>
                  <a:lnTo>
                    <a:pt x="60" y="837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8" y="1040"/>
                  </a:cubicBezTo>
                  <a:lnTo>
                    <a:pt x="953" y="254"/>
                  </a:lnTo>
                  <a:cubicBezTo>
                    <a:pt x="1013" y="183"/>
                    <a:pt x="1013" y="99"/>
                    <a:pt x="941" y="40"/>
                  </a:cubicBezTo>
                  <a:cubicBezTo>
                    <a:pt x="915" y="13"/>
                    <a:pt x="878" y="0"/>
                    <a:pt x="8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51"/>
            <p:cNvSpPr/>
            <p:nvPr/>
          </p:nvSpPr>
          <p:spPr>
            <a:xfrm>
              <a:off x="3526270" y="4551665"/>
              <a:ext cx="22772" cy="40392"/>
            </a:xfrm>
            <a:custGeom>
              <a:rect b="b" l="l" r="r" t="t"/>
              <a:pathLst>
                <a:path extrusionOk="0" h="1270" w="716">
                  <a:moveTo>
                    <a:pt x="531" y="0"/>
                  </a:moveTo>
                  <a:cubicBezTo>
                    <a:pt x="472" y="0"/>
                    <a:pt x="412" y="41"/>
                    <a:pt x="394" y="96"/>
                  </a:cubicBezTo>
                  <a:lnTo>
                    <a:pt x="36" y="1072"/>
                  </a:lnTo>
                  <a:cubicBezTo>
                    <a:pt x="1" y="1144"/>
                    <a:pt x="48" y="1227"/>
                    <a:pt x="120" y="1263"/>
                  </a:cubicBezTo>
                  <a:cubicBezTo>
                    <a:pt x="137" y="1268"/>
                    <a:pt x="154" y="1270"/>
                    <a:pt x="170" y="1270"/>
                  </a:cubicBezTo>
                  <a:cubicBezTo>
                    <a:pt x="235" y="1270"/>
                    <a:pt x="294" y="1234"/>
                    <a:pt x="322" y="1167"/>
                  </a:cubicBezTo>
                  <a:lnTo>
                    <a:pt x="679" y="203"/>
                  </a:lnTo>
                  <a:cubicBezTo>
                    <a:pt x="715" y="132"/>
                    <a:pt x="679" y="36"/>
                    <a:pt x="584" y="13"/>
                  </a:cubicBezTo>
                  <a:cubicBezTo>
                    <a:pt x="567" y="4"/>
                    <a:pt x="549" y="0"/>
                    <a:pt x="5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51"/>
          <p:cNvSpPr/>
          <p:nvPr/>
        </p:nvSpPr>
        <p:spPr>
          <a:xfrm>
            <a:off x="3265285" y="2599622"/>
            <a:ext cx="363563" cy="311657"/>
          </a:xfrm>
          <a:custGeom>
            <a:rect b="b" l="l" r="r" t="t"/>
            <a:pathLst>
              <a:path extrusionOk="0" h="9799" w="11431">
                <a:moveTo>
                  <a:pt x="4347" y="1"/>
                </a:moveTo>
                <a:cubicBezTo>
                  <a:pt x="3957" y="1"/>
                  <a:pt x="3588" y="148"/>
                  <a:pt x="3311" y="435"/>
                </a:cubicBezTo>
                <a:lnTo>
                  <a:pt x="3287" y="447"/>
                </a:lnTo>
                <a:lnTo>
                  <a:pt x="3275" y="447"/>
                </a:lnTo>
                <a:cubicBezTo>
                  <a:pt x="3189" y="435"/>
                  <a:pt x="3104" y="429"/>
                  <a:pt x="3019" y="429"/>
                </a:cubicBezTo>
                <a:cubicBezTo>
                  <a:pt x="2531" y="429"/>
                  <a:pt x="2074" y="633"/>
                  <a:pt x="1739" y="1019"/>
                </a:cubicBezTo>
                <a:cubicBezTo>
                  <a:pt x="1358" y="1459"/>
                  <a:pt x="1239" y="2055"/>
                  <a:pt x="1418" y="2602"/>
                </a:cubicBezTo>
                <a:lnTo>
                  <a:pt x="1418" y="2626"/>
                </a:lnTo>
                <a:lnTo>
                  <a:pt x="1406" y="2638"/>
                </a:lnTo>
                <a:cubicBezTo>
                  <a:pt x="549" y="3007"/>
                  <a:pt x="1" y="3841"/>
                  <a:pt x="1" y="4769"/>
                </a:cubicBezTo>
                <a:cubicBezTo>
                  <a:pt x="1" y="5507"/>
                  <a:pt x="346" y="6198"/>
                  <a:pt x="941" y="6627"/>
                </a:cubicBezTo>
                <a:lnTo>
                  <a:pt x="953" y="6638"/>
                </a:lnTo>
                <a:lnTo>
                  <a:pt x="941" y="6650"/>
                </a:lnTo>
                <a:cubicBezTo>
                  <a:pt x="608" y="7281"/>
                  <a:pt x="703" y="7996"/>
                  <a:pt x="1168" y="8532"/>
                </a:cubicBezTo>
                <a:cubicBezTo>
                  <a:pt x="1492" y="8915"/>
                  <a:pt x="1937" y="9116"/>
                  <a:pt x="2409" y="9116"/>
                </a:cubicBezTo>
                <a:cubicBezTo>
                  <a:pt x="2597" y="9116"/>
                  <a:pt x="2788" y="9084"/>
                  <a:pt x="2977" y="9020"/>
                </a:cubicBezTo>
                <a:lnTo>
                  <a:pt x="2989" y="9020"/>
                </a:lnTo>
                <a:lnTo>
                  <a:pt x="3013" y="9032"/>
                </a:lnTo>
                <a:cubicBezTo>
                  <a:pt x="3108" y="9210"/>
                  <a:pt x="3251" y="9377"/>
                  <a:pt x="3406" y="9496"/>
                </a:cubicBezTo>
                <a:cubicBezTo>
                  <a:pt x="3433" y="9523"/>
                  <a:pt x="3473" y="9536"/>
                  <a:pt x="3511" y="9536"/>
                </a:cubicBezTo>
                <a:cubicBezTo>
                  <a:pt x="3524" y="9536"/>
                  <a:pt x="3537" y="9535"/>
                  <a:pt x="3549" y="9532"/>
                </a:cubicBezTo>
                <a:cubicBezTo>
                  <a:pt x="3585" y="9532"/>
                  <a:pt x="3632" y="9496"/>
                  <a:pt x="3668" y="9472"/>
                </a:cubicBezTo>
                <a:cubicBezTo>
                  <a:pt x="3692" y="9436"/>
                  <a:pt x="3704" y="9377"/>
                  <a:pt x="3692" y="9329"/>
                </a:cubicBezTo>
                <a:cubicBezTo>
                  <a:pt x="3692" y="9294"/>
                  <a:pt x="3668" y="9246"/>
                  <a:pt x="3632" y="9210"/>
                </a:cubicBezTo>
                <a:cubicBezTo>
                  <a:pt x="3466" y="9079"/>
                  <a:pt x="3335" y="8913"/>
                  <a:pt x="3263" y="8710"/>
                </a:cubicBezTo>
                <a:cubicBezTo>
                  <a:pt x="3251" y="8663"/>
                  <a:pt x="3204" y="8639"/>
                  <a:pt x="3156" y="8603"/>
                </a:cubicBezTo>
                <a:cubicBezTo>
                  <a:pt x="3132" y="8597"/>
                  <a:pt x="3111" y="8594"/>
                  <a:pt x="3090" y="8594"/>
                </a:cubicBezTo>
                <a:cubicBezTo>
                  <a:pt x="3070" y="8594"/>
                  <a:pt x="3049" y="8597"/>
                  <a:pt x="3025" y="8603"/>
                </a:cubicBezTo>
                <a:cubicBezTo>
                  <a:pt x="2841" y="8695"/>
                  <a:pt x="2642" y="8741"/>
                  <a:pt x="2443" y="8741"/>
                </a:cubicBezTo>
                <a:cubicBezTo>
                  <a:pt x="2177" y="8741"/>
                  <a:pt x="1911" y="8659"/>
                  <a:pt x="1680" y="8496"/>
                </a:cubicBezTo>
                <a:cubicBezTo>
                  <a:pt x="1287" y="8222"/>
                  <a:pt x="1072" y="7758"/>
                  <a:pt x="1120" y="7281"/>
                </a:cubicBezTo>
                <a:cubicBezTo>
                  <a:pt x="1191" y="6615"/>
                  <a:pt x="1763" y="6091"/>
                  <a:pt x="2442" y="6091"/>
                </a:cubicBezTo>
                <a:cubicBezTo>
                  <a:pt x="2537" y="6091"/>
                  <a:pt x="2620" y="6019"/>
                  <a:pt x="2620" y="5912"/>
                </a:cubicBezTo>
                <a:cubicBezTo>
                  <a:pt x="2620" y="5817"/>
                  <a:pt x="2549" y="5734"/>
                  <a:pt x="2442" y="5734"/>
                </a:cubicBezTo>
                <a:cubicBezTo>
                  <a:pt x="1965" y="5734"/>
                  <a:pt x="1501" y="5936"/>
                  <a:pt x="1180" y="6317"/>
                </a:cubicBezTo>
                <a:lnTo>
                  <a:pt x="1168" y="6329"/>
                </a:lnTo>
                <a:lnTo>
                  <a:pt x="1144" y="6317"/>
                </a:lnTo>
                <a:cubicBezTo>
                  <a:pt x="644" y="5936"/>
                  <a:pt x="358" y="5365"/>
                  <a:pt x="358" y="4733"/>
                </a:cubicBezTo>
                <a:cubicBezTo>
                  <a:pt x="358" y="3948"/>
                  <a:pt x="822" y="3233"/>
                  <a:pt x="1549" y="2936"/>
                </a:cubicBezTo>
                <a:lnTo>
                  <a:pt x="1561" y="2912"/>
                </a:lnTo>
                <a:lnTo>
                  <a:pt x="1584" y="2936"/>
                </a:lnTo>
                <a:cubicBezTo>
                  <a:pt x="1882" y="3436"/>
                  <a:pt x="2430" y="3757"/>
                  <a:pt x="3025" y="3757"/>
                </a:cubicBezTo>
                <a:cubicBezTo>
                  <a:pt x="3108" y="3757"/>
                  <a:pt x="3204" y="3674"/>
                  <a:pt x="3204" y="3567"/>
                </a:cubicBezTo>
                <a:cubicBezTo>
                  <a:pt x="3204" y="3471"/>
                  <a:pt x="3132" y="3388"/>
                  <a:pt x="3025" y="3388"/>
                </a:cubicBezTo>
                <a:cubicBezTo>
                  <a:pt x="2501" y="3388"/>
                  <a:pt x="2025" y="3079"/>
                  <a:pt x="1822" y="2614"/>
                </a:cubicBezTo>
                <a:cubicBezTo>
                  <a:pt x="1620" y="2186"/>
                  <a:pt x="1668" y="1709"/>
                  <a:pt x="1942" y="1328"/>
                </a:cubicBezTo>
                <a:cubicBezTo>
                  <a:pt x="2196" y="946"/>
                  <a:pt x="2608" y="744"/>
                  <a:pt x="3058" y="744"/>
                </a:cubicBezTo>
                <a:cubicBezTo>
                  <a:pt x="3071" y="744"/>
                  <a:pt x="3084" y="745"/>
                  <a:pt x="3096" y="745"/>
                </a:cubicBezTo>
                <a:cubicBezTo>
                  <a:pt x="3549" y="769"/>
                  <a:pt x="3930" y="995"/>
                  <a:pt x="4156" y="1388"/>
                </a:cubicBezTo>
                <a:cubicBezTo>
                  <a:pt x="4189" y="1437"/>
                  <a:pt x="4245" y="1464"/>
                  <a:pt x="4307" y="1464"/>
                </a:cubicBezTo>
                <a:cubicBezTo>
                  <a:pt x="4335" y="1464"/>
                  <a:pt x="4365" y="1458"/>
                  <a:pt x="4394" y="1447"/>
                </a:cubicBezTo>
                <a:cubicBezTo>
                  <a:pt x="4466" y="1400"/>
                  <a:pt x="4501" y="1293"/>
                  <a:pt x="4454" y="1209"/>
                </a:cubicBezTo>
                <a:cubicBezTo>
                  <a:pt x="4275" y="923"/>
                  <a:pt x="4037" y="697"/>
                  <a:pt x="3727" y="554"/>
                </a:cubicBezTo>
                <a:lnTo>
                  <a:pt x="3692" y="531"/>
                </a:lnTo>
                <a:lnTo>
                  <a:pt x="3727" y="519"/>
                </a:lnTo>
                <a:cubicBezTo>
                  <a:pt x="3925" y="392"/>
                  <a:pt x="4142" y="329"/>
                  <a:pt x="4362" y="329"/>
                </a:cubicBezTo>
                <a:cubicBezTo>
                  <a:pt x="4553" y="329"/>
                  <a:pt x="4747" y="377"/>
                  <a:pt x="4930" y="471"/>
                </a:cubicBezTo>
                <a:cubicBezTo>
                  <a:pt x="5311" y="685"/>
                  <a:pt x="5537" y="1066"/>
                  <a:pt x="5537" y="1519"/>
                </a:cubicBezTo>
                <a:lnTo>
                  <a:pt x="5537" y="4031"/>
                </a:lnTo>
                <a:lnTo>
                  <a:pt x="5513" y="4031"/>
                </a:lnTo>
                <a:cubicBezTo>
                  <a:pt x="5156" y="4019"/>
                  <a:pt x="4918" y="3888"/>
                  <a:pt x="4751" y="3626"/>
                </a:cubicBezTo>
                <a:cubicBezTo>
                  <a:pt x="4719" y="3577"/>
                  <a:pt x="4652" y="3550"/>
                  <a:pt x="4590" y="3550"/>
                </a:cubicBezTo>
                <a:cubicBezTo>
                  <a:pt x="4562" y="3550"/>
                  <a:pt x="4535" y="3556"/>
                  <a:pt x="4513" y="3567"/>
                </a:cubicBezTo>
                <a:cubicBezTo>
                  <a:pt x="4442" y="3614"/>
                  <a:pt x="4406" y="3733"/>
                  <a:pt x="4454" y="3805"/>
                </a:cubicBezTo>
                <a:cubicBezTo>
                  <a:pt x="4680" y="4162"/>
                  <a:pt x="5037" y="4364"/>
                  <a:pt x="5490" y="4376"/>
                </a:cubicBezTo>
                <a:lnTo>
                  <a:pt x="5513" y="4376"/>
                </a:lnTo>
                <a:lnTo>
                  <a:pt x="5513" y="7008"/>
                </a:lnTo>
                <a:lnTo>
                  <a:pt x="5466" y="6984"/>
                </a:lnTo>
                <a:cubicBezTo>
                  <a:pt x="5240" y="6758"/>
                  <a:pt x="4930" y="6638"/>
                  <a:pt x="4620" y="6638"/>
                </a:cubicBezTo>
                <a:lnTo>
                  <a:pt x="3549" y="6638"/>
                </a:lnTo>
                <a:cubicBezTo>
                  <a:pt x="3454" y="6638"/>
                  <a:pt x="3370" y="6710"/>
                  <a:pt x="3370" y="6817"/>
                </a:cubicBezTo>
                <a:cubicBezTo>
                  <a:pt x="3370" y="6900"/>
                  <a:pt x="3442" y="6996"/>
                  <a:pt x="3549" y="6996"/>
                </a:cubicBezTo>
                <a:lnTo>
                  <a:pt x="4620" y="6996"/>
                </a:lnTo>
                <a:cubicBezTo>
                  <a:pt x="5109" y="6996"/>
                  <a:pt x="5490" y="7400"/>
                  <a:pt x="5490" y="7877"/>
                </a:cubicBezTo>
                <a:lnTo>
                  <a:pt x="5490" y="8258"/>
                </a:lnTo>
                <a:cubicBezTo>
                  <a:pt x="5490" y="8603"/>
                  <a:pt x="5347" y="8924"/>
                  <a:pt x="5073" y="9163"/>
                </a:cubicBezTo>
                <a:cubicBezTo>
                  <a:pt x="4859" y="9347"/>
                  <a:pt x="4589" y="9453"/>
                  <a:pt x="4310" y="9453"/>
                </a:cubicBezTo>
                <a:cubicBezTo>
                  <a:pt x="4247" y="9453"/>
                  <a:pt x="4184" y="9447"/>
                  <a:pt x="4120" y="9436"/>
                </a:cubicBezTo>
                <a:lnTo>
                  <a:pt x="4097" y="9436"/>
                </a:lnTo>
                <a:cubicBezTo>
                  <a:pt x="4061" y="9436"/>
                  <a:pt x="4025" y="9448"/>
                  <a:pt x="3989" y="9460"/>
                </a:cubicBezTo>
                <a:cubicBezTo>
                  <a:pt x="3942" y="9496"/>
                  <a:pt x="3930" y="9544"/>
                  <a:pt x="3918" y="9579"/>
                </a:cubicBezTo>
                <a:cubicBezTo>
                  <a:pt x="3906" y="9675"/>
                  <a:pt x="3966" y="9758"/>
                  <a:pt x="4061" y="9782"/>
                </a:cubicBezTo>
                <a:cubicBezTo>
                  <a:pt x="4137" y="9793"/>
                  <a:pt x="4213" y="9799"/>
                  <a:pt x="4289" y="9799"/>
                </a:cubicBezTo>
                <a:cubicBezTo>
                  <a:pt x="4842" y="9799"/>
                  <a:pt x="5372" y="9500"/>
                  <a:pt x="5644" y="9008"/>
                </a:cubicBezTo>
                <a:lnTo>
                  <a:pt x="5656" y="8972"/>
                </a:lnTo>
                <a:lnTo>
                  <a:pt x="5668" y="9008"/>
                </a:lnTo>
                <a:cubicBezTo>
                  <a:pt x="5951" y="9500"/>
                  <a:pt x="6473" y="9799"/>
                  <a:pt x="7024" y="9799"/>
                </a:cubicBezTo>
                <a:cubicBezTo>
                  <a:pt x="7100" y="9799"/>
                  <a:pt x="7176" y="9793"/>
                  <a:pt x="7252" y="9782"/>
                </a:cubicBezTo>
                <a:cubicBezTo>
                  <a:pt x="7335" y="9758"/>
                  <a:pt x="7418" y="9675"/>
                  <a:pt x="7395" y="9579"/>
                </a:cubicBezTo>
                <a:cubicBezTo>
                  <a:pt x="7395" y="9544"/>
                  <a:pt x="7371" y="9496"/>
                  <a:pt x="7323" y="9460"/>
                </a:cubicBezTo>
                <a:cubicBezTo>
                  <a:pt x="7288" y="9443"/>
                  <a:pt x="7260" y="9432"/>
                  <a:pt x="7228" y="9432"/>
                </a:cubicBezTo>
                <a:cubicBezTo>
                  <a:pt x="7217" y="9432"/>
                  <a:pt x="7205" y="9433"/>
                  <a:pt x="7192" y="9436"/>
                </a:cubicBezTo>
                <a:cubicBezTo>
                  <a:pt x="7129" y="9447"/>
                  <a:pt x="7066" y="9453"/>
                  <a:pt x="7003" y="9453"/>
                </a:cubicBezTo>
                <a:cubicBezTo>
                  <a:pt x="6723" y="9453"/>
                  <a:pt x="6454" y="9347"/>
                  <a:pt x="6240" y="9163"/>
                </a:cubicBezTo>
                <a:cubicBezTo>
                  <a:pt x="5978" y="8948"/>
                  <a:pt x="5823" y="8615"/>
                  <a:pt x="5823" y="8258"/>
                </a:cubicBezTo>
                <a:lnTo>
                  <a:pt x="5823" y="6746"/>
                </a:lnTo>
                <a:cubicBezTo>
                  <a:pt x="5823" y="6246"/>
                  <a:pt x="6228" y="5865"/>
                  <a:pt x="6704" y="5865"/>
                </a:cubicBezTo>
                <a:lnTo>
                  <a:pt x="8252" y="5865"/>
                </a:lnTo>
                <a:cubicBezTo>
                  <a:pt x="8335" y="5865"/>
                  <a:pt x="8430" y="5793"/>
                  <a:pt x="8430" y="5686"/>
                </a:cubicBezTo>
                <a:cubicBezTo>
                  <a:pt x="8430" y="5579"/>
                  <a:pt x="8359" y="5507"/>
                  <a:pt x="8252" y="5507"/>
                </a:cubicBezTo>
                <a:lnTo>
                  <a:pt x="6704" y="5507"/>
                </a:lnTo>
                <a:cubicBezTo>
                  <a:pt x="6383" y="5507"/>
                  <a:pt x="6085" y="5626"/>
                  <a:pt x="5847" y="5853"/>
                </a:cubicBezTo>
                <a:lnTo>
                  <a:pt x="5811" y="5876"/>
                </a:lnTo>
                <a:lnTo>
                  <a:pt x="5811" y="5210"/>
                </a:lnTo>
                <a:lnTo>
                  <a:pt x="5823" y="5210"/>
                </a:lnTo>
                <a:cubicBezTo>
                  <a:pt x="6549" y="5186"/>
                  <a:pt x="7133" y="4591"/>
                  <a:pt x="7133" y="3841"/>
                </a:cubicBezTo>
                <a:cubicBezTo>
                  <a:pt x="7133" y="3757"/>
                  <a:pt x="7061" y="3662"/>
                  <a:pt x="6954" y="3662"/>
                </a:cubicBezTo>
                <a:cubicBezTo>
                  <a:pt x="6859" y="3662"/>
                  <a:pt x="6775" y="3733"/>
                  <a:pt x="6775" y="3841"/>
                </a:cubicBezTo>
                <a:cubicBezTo>
                  <a:pt x="6775" y="4376"/>
                  <a:pt x="6359" y="4829"/>
                  <a:pt x="5823" y="4853"/>
                </a:cubicBezTo>
                <a:lnTo>
                  <a:pt x="5787" y="4853"/>
                </a:lnTo>
                <a:lnTo>
                  <a:pt x="5787" y="1543"/>
                </a:lnTo>
                <a:cubicBezTo>
                  <a:pt x="5787" y="1114"/>
                  <a:pt x="6013" y="709"/>
                  <a:pt x="6406" y="507"/>
                </a:cubicBezTo>
                <a:cubicBezTo>
                  <a:pt x="6582" y="408"/>
                  <a:pt x="6773" y="360"/>
                  <a:pt x="6963" y="360"/>
                </a:cubicBezTo>
                <a:cubicBezTo>
                  <a:pt x="7186" y="360"/>
                  <a:pt x="7410" y="426"/>
                  <a:pt x="7609" y="554"/>
                </a:cubicBezTo>
                <a:lnTo>
                  <a:pt x="7633" y="566"/>
                </a:lnTo>
                <a:lnTo>
                  <a:pt x="7728" y="602"/>
                </a:lnTo>
                <a:cubicBezTo>
                  <a:pt x="7430" y="733"/>
                  <a:pt x="7180" y="971"/>
                  <a:pt x="7002" y="1257"/>
                </a:cubicBezTo>
                <a:cubicBezTo>
                  <a:pt x="6954" y="1328"/>
                  <a:pt x="6966" y="1447"/>
                  <a:pt x="7061" y="1495"/>
                </a:cubicBezTo>
                <a:cubicBezTo>
                  <a:pt x="7086" y="1507"/>
                  <a:pt x="7116" y="1514"/>
                  <a:pt x="7147" y="1514"/>
                </a:cubicBezTo>
                <a:cubicBezTo>
                  <a:pt x="7206" y="1514"/>
                  <a:pt x="7268" y="1490"/>
                  <a:pt x="7299" y="1435"/>
                </a:cubicBezTo>
                <a:cubicBezTo>
                  <a:pt x="7526" y="1054"/>
                  <a:pt x="7918" y="816"/>
                  <a:pt x="8371" y="793"/>
                </a:cubicBezTo>
                <a:cubicBezTo>
                  <a:pt x="8405" y="790"/>
                  <a:pt x="8438" y="789"/>
                  <a:pt x="8471" y="789"/>
                </a:cubicBezTo>
                <a:cubicBezTo>
                  <a:pt x="8895" y="789"/>
                  <a:pt x="9271" y="998"/>
                  <a:pt x="9514" y="1340"/>
                </a:cubicBezTo>
                <a:cubicBezTo>
                  <a:pt x="9788" y="1709"/>
                  <a:pt x="9847" y="2186"/>
                  <a:pt x="9669" y="2602"/>
                </a:cubicBezTo>
                <a:cubicBezTo>
                  <a:pt x="9454" y="3114"/>
                  <a:pt x="8978" y="3436"/>
                  <a:pt x="8430" y="3436"/>
                </a:cubicBezTo>
                <a:cubicBezTo>
                  <a:pt x="8335" y="3436"/>
                  <a:pt x="8252" y="3519"/>
                  <a:pt x="8252" y="3614"/>
                </a:cubicBezTo>
                <a:cubicBezTo>
                  <a:pt x="8252" y="3721"/>
                  <a:pt x="8323" y="3793"/>
                  <a:pt x="8430" y="3793"/>
                </a:cubicBezTo>
                <a:cubicBezTo>
                  <a:pt x="9014" y="3793"/>
                  <a:pt x="9573" y="3483"/>
                  <a:pt x="9871" y="2983"/>
                </a:cubicBezTo>
                <a:lnTo>
                  <a:pt x="9883" y="2959"/>
                </a:lnTo>
                <a:lnTo>
                  <a:pt x="9907" y="2983"/>
                </a:lnTo>
                <a:cubicBezTo>
                  <a:pt x="10562" y="3257"/>
                  <a:pt x="10990" y="3841"/>
                  <a:pt x="11074" y="4555"/>
                </a:cubicBezTo>
                <a:cubicBezTo>
                  <a:pt x="11169" y="5269"/>
                  <a:pt x="10871" y="5936"/>
                  <a:pt x="10300" y="6353"/>
                </a:cubicBezTo>
                <a:lnTo>
                  <a:pt x="10288" y="6377"/>
                </a:lnTo>
                <a:lnTo>
                  <a:pt x="10276" y="6353"/>
                </a:lnTo>
                <a:cubicBezTo>
                  <a:pt x="9966" y="5984"/>
                  <a:pt x="9502" y="5781"/>
                  <a:pt x="9014" y="5781"/>
                </a:cubicBezTo>
                <a:cubicBezTo>
                  <a:pt x="8919" y="5781"/>
                  <a:pt x="8835" y="5853"/>
                  <a:pt x="8835" y="5960"/>
                </a:cubicBezTo>
                <a:cubicBezTo>
                  <a:pt x="8835" y="6055"/>
                  <a:pt x="8907" y="6138"/>
                  <a:pt x="9014" y="6138"/>
                </a:cubicBezTo>
                <a:cubicBezTo>
                  <a:pt x="9633" y="6138"/>
                  <a:pt x="10181" y="6579"/>
                  <a:pt x="10300" y="7186"/>
                </a:cubicBezTo>
                <a:cubicBezTo>
                  <a:pt x="10407" y="7698"/>
                  <a:pt x="10228" y="8186"/>
                  <a:pt x="9812" y="8496"/>
                </a:cubicBezTo>
                <a:cubicBezTo>
                  <a:pt x="9570" y="8688"/>
                  <a:pt x="9281" y="8786"/>
                  <a:pt x="8992" y="8786"/>
                </a:cubicBezTo>
                <a:cubicBezTo>
                  <a:pt x="8796" y="8786"/>
                  <a:pt x="8601" y="8742"/>
                  <a:pt x="8419" y="8651"/>
                </a:cubicBezTo>
                <a:cubicBezTo>
                  <a:pt x="8390" y="8643"/>
                  <a:pt x="8361" y="8632"/>
                  <a:pt x="8332" y="8632"/>
                </a:cubicBezTo>
                <a:cubicBezTo>
                  <a:pt x="8313" y="8632"/>
                  <a:pt x="8294" y="8637"/>
                  <a:pt x="8276" y="8651"/>
                </a:cubicBezTo>
                <a:cubicBezTo>
                  <a:pt x="8240" y="8663"/>
                  <a:pt x="8204" y="8698"/>
                  <a:pt x="8180" y="8758"/>
                </a:cubicBezTo>
                <a:cubicBezTo>
                  <a:pt x="8097" y="8948"/>
                  <a:pt x="7966" y="9127"/>
                  <a:pt x="7799" y="9258"/>
                </a:cubicBezTo>
                <a:cubicBezTo>
                  <a:pt x="7776" y="9294"/>
                  <a:pt x="7740" y="9329"/>
                  <a:pt x="7740" y="9377"/>
                </a:cubicBezTo>
                <a:cubicBezTo>
                  <a:pt x="7740" y="9425"/>
                  <a:pt x="7740" y="9472"/>
                  <a:pt x="7776" y="9508"/>
                </a:cubicBezTo>
                <a:cubicBezTo>
                  <a:pt x="7810" y="9556"/>
                  <a:pt x="7861" y="9581"/>
                  <a:pt x="7912" y="9581"/>
                </a:cubicBezTo>
                <a:cubicBezTo>
                  <a:pt x="7948" y="9581"/>
                  <a:pt x="7984" y="9568"/>
                  <a:pt x="8014" y="9544"/>
                </a:cubicBezTo>
                <a:cubicBezTo>
                  <a:pt x="8180" y="9413"/>
                  <a:pt x="8311" y="9258"/>
                  <a:pt x="8419" y="9079"/>
                </a:cubicBezTo>
                <a:lnTo>
                  <a:pt x="8430" y="9067"/>
                </a:lnTo>
                <a:lnTo>
                  <a:pt x="8442" y="9067"/>
                </a:lnTo>
                <a:cubicBezTo>
                  <a:pt x="8618" y="9127"/>
                  <a:pt x="8801" y="9156"/>
                  <a:pt x="8983" y="9156"/>
                </a:cubicBezTo>
                <a:cubicBezTo>
                  <a:pt x="9343" y="9156"/>
                  <a:pt x="9702" y="9043"/>
                  <a:pt x="10002" y="8829"/>
                </a:cubicBezTo>
                <a:cubicBezTo>
                  <a:pt x="10466" y="8484"/>
                  <a:pt x="10705" y="7960"/>
                  <a:pt x="10681" y="7400"/>
                </a:cubicBezTo>
                <a:cubicBezTo>
                  <a:pt x="10657" y="7162"/>
                  <a:pt x="10597" y="6924"/>
                  <a:pt x="10478" y="6710"/>
                </a:cubicBezTo>
                <a:lnTo>
                  <a:pt x="10466" y="6698"/>
                </a:lnTo>
                <a:lnTo>
                  <a:pt x="10478" y="6686"/>
                </a:lnTo>
                <a:cubicBezTo>
                  <a:pt x="11097" y="6198"/>
                  <a:pt x="11431" y="5507"/>
                  <a:pt x="11431" y="4769"/>
                </a:cubicBezTo>
                <a:cubicBezTo>
                  <a:pt x="11431" y="3841"/>
                  <a:pt x="10883" y="3007"/>
                  <a:pt x="10038" y="2638"/>
                </a:cubicBezTo>
                <a:lnTo>
                  <a:pt x="10026" y="2626"/>
                </a:lnTo>
                <a:lnTo>
                  <a:pt x="10026" y="2602"/>
                </a:lnTo>
                <a:cubicBezTo>
                  <a:pt x="10204" y="2055"/>
                  <a:pt x="10062" y="1459"/>
                  <a:pt x="9693" y="1019"/>
                </a:cubicBezTo>
                <a:cubicBezTo>
                  <a:pt x="9378" y="633"/>
                  <a:pt x="8907" y="429"/>
                  <a:pt x="8421" y="429"/>
                </a:cubicBezTo>
                <a:cubicBezTo>
                  <a:pt x="8337" y="429"/>
                  <a:pt x="8253" y="435"/>
                  <a:pt x="8169" y="447"/>
                </a:cubicBezTo>
                <a:lnTo>
                  <a:pt x="8157" y="447"/>
                </a:lnTo>
                <a:lnTo>
                  <a:pt x="8145" y="435"/>
                </a:lnTo>
                <a:cubicBezTo>
                  <a:pt x="7855" y="156"/>
                  <a:pt x="7473" y="2"/>
                  <a:pt x="7076" y="2"/>
                </a:cubicBezTo>
                <a:cubicBezTo>
                  <a:pt x="7000" y="2"/>
                  <a:pt x="6923" y="7"/>
                  <a:pt x="6847" y="19"/>
                </a:cubicBezTo>
                <a:cubicBezTo>
                  <a:pt x="6371" y="90"/>
                  <a:pt x="5966" y="376"/>
                  <a:pt x="5728" y="793"/>
                </a:cubicBezTo>
                <a:lnTo>
                  <a:pt x="5716" y="816"/>
                </a:lnTo>
                <a:lnTo>
                  <a:pt x="5704" y="793"/>
                </a:lnTo>
                <a:cubicBezTo>
                  <a:pt x="5466" y="376"/>
                  <a:pt x="5061" y="90"/>
                  <a:pt x="4585" y="19"/>
                </a:cubicBezTo>
                <a:cubicBezTo>
                  <a:pt x="4505" y="7"/>
                  <a:pt x="4426" y="1"/>
                  <a:pt x="43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6" name="Google Shape;306;p51"/>
          <p:cNvGrpSpPr/>
          <p:nvPr/>
        </p:nvGrpSpPr>
        <p:grpSpPr>
          <a:xfrm>
            <a:off x="5919277" y="2586936"/>
            <a:ext cx="337070" cy="337040"/>
            <a:chOff x="1305327" y="2894211"/>
            <a:chExt cx="357520" cy="357488"/>
          </a:xfrm>
        </p:grpSpPr>
        <p:sp>
          <p:nvSpPr>
            <p:cNvPr id="307" name="Google Shape;307;p51"/>
            <p:cNvSpPr/>
            <p:nvPr/>
          </p:nvSpPr>
          <p:spPr>
            <a:xfrm>
              <a:off x="1305709" y="2975600"/>
              <a:ext cx="281379" cy="275336"/>
            </a:xfrm>
            <a:custGeom>
              <a:rect b="b" l="l" r="r" t="t"/>
              <a:pathLst>
                <a:path extrusionOk="0" h="8657" w="8847"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8085"/>
                  </a:lnTo>
                  <a:cubicBezTo>
                    <a:pt x="1" y="8395"/>
                    <a:pt x="262" y="8657"/>
                    <a:pt x="572" y="8657"/>
                  </a:cubicBezTo>
                  <a:lnTo>
                    <a:pt x="8680" y="8657"/>
                  </a:lnTo>
                  <a:cubicBezTo>
                    <a:pt x="8775" y="8657"/>
                    <a:pt x="8847" y="8573"/>
                    <a:pt x="8847" y="8490"/>
                  </a:cubicBezTo>
                  <a:cubicBezTo>
                    <a:pt x="8835" y="8395"/>
                    <a:pt x="8764" y="8323"/>
                    <a:pt x="8668" y="8323"/>
                  </a:cubicBezTo>
                  <a:lnTo>
                    <a:pt x="560" y="8323"/>
                  </a:lnTo>
                  <a:cubicBezTo>
                    <a:pt x="429" y="8323"/>
                    <a:pt x="334" y="8216"/>
                    <a:pt x="334" y="8097"/>
                  </a:cubicBezTo>
                  <a:lnTo>
                    <a:pt x="334" y="168"/>
                  </a:lnTo>
                  <a:cubicBezTo>
                    <a:pt x="334" y="84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51"/>
            <p:cNvSpPr/>
            <p:nvPr/>
          </p:nvSpPr>
          <p:spPr>
            <a:xfrm>
              <a:off x="1305327" y="2894211"/>
              <a:ext cx="357520" cy="357488"/>
            </a:xfrm>
            <a:custGeom>
              <a:rect b="b" l="l" r="r" t="t"/>
              <a:pathLst>
                <a:path extrusionOk="0" h="11240" w="11241">
                  <a:moveTo>
                    <a:pt x="572" y="0"/>
                  </a:moveTo>
                  <a:cubicBezTo>
                    <a:pt x="251" y="0"/>
                    <a:pt x="1" y="262"/>
                    <a:pt x="1" y="572"/>
                  </a:cubicBezTo>
                  <a:lnTo>
                    <a:pt x="1" y="2060"/>
                  </a:lnTo>
                  <a:cubicBezTo>
                    <a:pt x="1" y="2143"/>
                    <a:pt x="72" y="2215"/>
                    <a:pt x="167" y="2215"/>
                  </a:cubicBezTo>
                  <a:cubicBezTo>
                    <a:pt x="263" y="2215"/>
                    <a:pt x="334" y="2143"/>
                    <a:pt x="334" y="2060"/>
                  </a:cubicBezTo>
                  <a:lnTo>
                    <a:pt x="334" y="572"/>
                  </a:lnTo>
                  <a:cubicBezTo>
                    <a:pt x="334" y="417"/>
                    <a:pt x="453" y="333"/>
                    <a:pt x="572" y="333"/>
                  </a:cubicBezTo>
                  <a:cubicBezTo>
                    <a:pt x="620" y="333"/>
                    <a:pt x="679" y="345"/>
                    <a:pt x="739" y="405"/>
                  </a:cubicBezTo>
                  <a:lnTo>
                    <a:pt x="1048" y="714"/>
                  </a:lnTo>
                  <a:lnTo>
                    <a:pt x="596" y="1167"/>
                  </a:lnTo>
                  <a:cubicBezTo>
                    <a:pt x="501" y="1262"/>
                    <a:pt x="572" y="1441"/>
                    <a:pt x="715" y="1441"/>
                  </a:cubicBezTo>
                  <a:cubicBezTo>
                    <a:pt x="834" y="1441"/>
                    <a:pt x="858" y="1357"/>
                    <a:pt x="1286" y="953"/>
                  </a:cubicBezTo>
                  <a:lnTo>
                    <a:pt x="1822" y="1488"/>
                  </a:lnTo>
                  <a:lnTo>
                    <a:pt x="1644" y="1667"/>
                  </a:lnTo>
                  <a:cubicBezTo>
                    <a:pt x="1584" y="1726"/>
                    <a:pt x="1584" y="1834"/>
                    <a:pt x="1644" y="1905"/>
                  </a:cubicBezTo>
                  <a:cubicBezTo>
                    <a:pt x="1673" y="1935"/>
                    <a:pt x="1715" y="1950"/>
                    <a:pt x="1758" y="1950"/>
                  </a:cubicBezTo>
                  <a:cubicBezTo>
                    <a:pt x="1801" y="1950"/>
                    <a:pt x="1846" y="1935"/>
                    <a:pt x="1882" y="1905"/>
                  </a:cubicBezTo>
                  <a:lnTo>
                    <a:pt x="2060" y="1726"/>
                  </a:lnTo>
                  <a:lnTo>
                    <a:pt x="2596" y="2262"/>
                  </a:lnTo>
                  <a:lnTo>
                    <a:pt x="2144" y="2715"/>
                  </a:lnTo>
                  <a:cubicBezTo>
                    <a:pt x="2084" y="2774"/>
                    <a:pt x="2084" y="2881"/>
                    <a:pt x="2144" y="2953"/>
                  </a:cubicBezTo>
                  <a:cubicBezTo>
                    <a:pt x="2173" y="2983"/>
                    <a:pt x="2215" y="2997"/>
                    <a:pt x="2258" y="2997"/>
                  </a:cubicBezTo>
                  <a:cubicBezTo>
                    <a:pt x="2301" y="2997"/>
                    <a:pt x="2346" y="2983"/>
                    <a:pt x="2382" y="2953"/>
                  </a:cubicBezTo>
                  <a:lnTo>
                    <a:pt x="2834" y="2500"/>
                  </a:lnTo>
                  <a:lnTo>
                    <a:pt x="3370" y="3036"/>
                  </a:lnTo>
                  <a:lnTo>
                    <a:pt x="3191" y="3215"/>
                  </a:lnTo>
                  <a:cubicBezTo>
                    <a:pt x="3132" y="3274"/>
                    <a:pt x="3132" y="3381"/>
                    <a:pt x="3191" y="3453"/>
                  </a:cubicBezTo>
                  <a:cubicBezTo>
                    <a:pt x="3221" y="3483"/>
                    <a:pt x="3263" y="3498"/>
                    <a:pt x="3306" y="3498"/>
                  </a:cubicBezTo>
                  <a:cubicBezTo>
                    <a:pt x="3349" y="3498"/>
                    <a:pt x="3394" y="3483"/>
                    <a:pt x="3430" y="3453"/>
                  </a:cubicBezTo>
                  <a:lnTo>
                    <a:pt x="3608" y="3274"/>
                  </a:lnTo>
                  <a:lnTo>
                    <a:pt x="4144" y="3810"/>
                  </a:lnTo>
                  <a:lnTo>
                    <a:pt x="3692" y="4262"/>
                  </a:lnTo>
                  <a:cubicBezTo>
                    <a:pt x="3632" y="4322"/>
                    <a:pt x="3632" y="4429"/>
                    <a:pt x="3692" y="4501"/>
                  </a:cubicBezTo>
                  <a:cubicBezTo>
                    <a:pt x="3721" y="4530"/>
                    <a:pt x="3763" y="4545"/>
                    <a:pt x="3806" y="4545"/>
                  </a:cubicBezTo>
                  <a:cubicBezTo>
                    <a:pt x="3849" y="4545"/>
                    <a:pt x="3894" y="4530"/>
                    <a:pt x="3930" y="4501"/>
                  </a:cubicBezTo>
                  <a:lnTo>
                    <a:pt x="4382" y="4048"/>
                  </a:lnTo>
                  <a:lnTo>
                    <a:pt x="4918" y="4584"/>
                  </a:lnTo>
                  <a:lnTo>
                    <a:pt x="4739" y="4763"/>
                  </a:lnTo>
                  <a:cubicBezTo>
                    <a:pt x="4680" y="4822"/>
                    <a:pt x="4680" y="4929"/>
                    <a:pt x="4739" y="5001"/>
                  </a:cubicBezTo>
                  <a:cubicBezTo>
                    <a:pt x="4769" y="5030"/>
                    <a:pt x="4811" y="5045"/>
                    <a:pt x="4854" y="5045"/>
                  </a:cubicBezTo>
                  <a:cubicBezTo>
                    <a:pt x="4897" y="5045"/>
                    <a:pt x="4942" y="5030"/>
                    <a:pt x="4977" y="5001"/>
                  </a:cubicBezTo>
                  <a:lnTo>
                    <a:pt x="5156" y="4822"/>
                  </a:lnTo>
                  <a:lnTo>
                    <a:pt x="5692" y="5358"/>
                  </a:lnTo>
                  <a:lnTo>
                    <a:pt x="5239" y="5810"/>
                  </a:lnTo>
                  <a:cubicBezTo>
                    <a:pt x="5180" y="5870"/>
                    <a:pt x="5180" y="5977"/>
                    <a:pt x="5239" y="6048"/>
                  </a:cubicBezTo>
                  <a:cubicBezTo>
                    <a:pt x="5269" y="6078"/>
                    <a:pt x="5311" y="6093"/>
                    <a:pt x="5354" y="6093"/>
                  </a:cubicBezTo>
                  <a:cubicBezTo>
                    <a:pt x="5397" y="6093"/>
                    <a:pt x="5442" y="6078"/>
                    <a:pt x="5477" y="6048"/>
                  </a:cubicBezTo>
                  <a:lnTo>
                    <a:pt x="5930" y="5596"/>
                  </a:lnTo>
                  <a:lnTo>
                    <a:pt x="6466" y="6132"/>
                  </a:lnTo>
                  <a:lnTo>
                    <a:pt x="6287" y="6310"/>
                  </a:lnTo>
                  <a:cubicBezTo>
                    <a:pt x="6228" y="6370"/>
                    <a:pt x="6228" y="6477"/>
                    <a:pt x="6287" y="6548"/>
                  </a:cubicBezTo>
                  <a:cubicBezTo>
                    <a:pt x="6317" y="6578"/>
                    <a:pt x="6359" y="6593"/>
                    <a:pt x="6402" y="6593"/>
                  </a:cubicBezTo>
                  <a:cubicBezTo>
                    <a:pt x="6445" y="6593"/>
                    <a:pt x="6490" y="6578"/>
                    <a:pt x="6525" y="6548"/>
                  </a:cubicBezTo>
                  <a:lnTo>
                    <a:pt x="6704" y="6370"/>
                  </a:lnTo>
                  <a:lnTo>
                    <a:pt x="7240" y="6906"/>
                  </a:lnTo>
                  <a:lnTo>
                    <a:pt x="6787" y="7358"/>
                  </a:lnTo>
                  <a:cubicBezTo>
                    <a:pt x="6728" y="7418"/>
                    <a:pt x="6728" y="7525"/>
                    <a:pt x="6787" y="7596"/>
                  </a:cubicBezTo>
                  <a:cubicBezTo>
                    <a:pt x="6817" y="7626"/>
                    <a:pt x="6859" y="7641"/>
                    <a:pt x="6902" y="7641"/>
                  </a:cubicBezTo>
                  <a:cubicBezTo>
                    <a:pt x="6945" y="7641"/>
                    <a:pt x="6990" y="7626"/>
                    <a:pt x="7025" y="7596"/>
                  </a:cubicBezTo>
                  <a:lnTo>
                    <a:pt x="7478" y="7144"/>
                  </a:lnTo>
                  <a:lnTo>
                    <a:pt x="8014" y="7680"/>
                  </a:lnTo>
                  <a:lnTo>
                    <a:pt x="7763" y="7787"/>
                  </a:lnTo>
                  <a:cubicBezTo>
                    <a:pt x="7704" y="7846"/>
                    <a:pt x="7704" y="7953"/>
                    <a:pt x="7763" y="8025"/>
                  </a:cubicBezTo>
                  <a:cubicBezTo>
                    <a:pt x="7787" y="8055"/>
                    <a:pt x="7826" y="8069"/>
                    <a:pt x="7869" y="8069"/>
                  </a:cubicBezTo>
                  <a:cubicBezTo>
                    <a:pt x="7912" y="8069"/>
                    <a:pt x="7960" y="8055"/>
                    <a:pt x="8002" y="8025"/>
                  </a:cubicBezTo>
                  <a:lnTo>
                    <a:pt x="8180" y="7846"/>
                  </a:lnTo>
                  <a:lnTo>
                    <a:pt x="8716" y="8382"/>
                  </a:lnTo>
                  <a:lnTo>
                    <a:pt x="8264" y="8834"/>
                  </a:lnTo>
                  <a:cubicBezTo>
                    <a:pt x="8204" y="8894"/>
                    <a:pt x="8204" y="8989"/>
                    <a:pt x="8264" y="9073"/>
                  </a:cubicBezTo>
                  <a:cubicBezTo>
                    <a:pt x="8293" y="9102"/>
                    <a:pt x="8335" y="9117"/>
                    <a:pt x="8378" y="9117"/>
                  </a:cubicBezTo>
                  <a:cubicBezTo>
                    <a:pt x="8421" y="9117"/>
                    <a:pt x="8466" y="9102"/>
                    <a:pt x="8502" y="9073"/>
                  </a:cubicBezTo>
                  <a:lnTo>
                    <a:pt x="8954" y="8620"/>
                  </a:lnTo>
                  <a:lnTo>
                    <a:pt x="9490" y="9156"/>
                  </a:lnTo>
                  <a:lnTo>
                    <a:pt x="9311" y="9335"/>
                  </a:lnTo>
                  <a:cubicBezTo>
                    <a:pt x="9252" y="9394"/>
                    <a:pt x="9252" y="9501"/>
                    <a:pt x="9311" y="9573"/>
                  </a:cubicBezTo>
                  <a:cubicBezTo>
                    <a:pt x="9335" y="9608"/>
                    <a:pt x="9383" y="9620"/>
                    <a:pt x="9430" y="9620"/>
                  </a:cubicBezTo>
                  <a:cubicBezTo>
                    <a:pt x="9466" y="9620"/>
                    <a:pt x="9514" y="9608"/>
                    <a:pt x="9549" y="9573"/>
                  </a:cubicBezTo>
                  <a:lnTo>
                    <a:pt x="9728" y="9394"/>
                  </a:lnTo>
                  <a:lnTo>
                    <a:pt x="10264" y="9930"/>
                  </a:lnTo>
                  <a:lnTo>
                    <a:pt x="9811" y="10382"/>
                  </a:lnTo>
                  <a:cubicBezTo>
                    <a:pt x="9752" y="10442"/>
                    <a:pt x="9752" y="10537"/>
                    <a:pt x="9811" y="10620"/>
                  </a:cubicBezTo>
                  <a:cubicBezTo>
                    <a:pt x="9847" y="10644"/>
                    <a:pt x="9883" y="10656"/>
                    <a:pt x="9930" y="10656"/>
                  </a:cubicBezTo>
                  <a:cubicBezTo>
                    <a:pt x="9978" y="10656"/>
                    <a:pt x="10026" y="10644"/>
                    <a:pt x="10049" y="10620"/>
                  </a:cubicBezTo>
                  <a:lnTo>
                    <a:pt x="10502" y="10168"/>
                  </a:lnTo>
                  <a:lnTo>
                    <a:pt x="10835" y="10513"/>
                  </a:lnTo>
                  <a:cubicBezTo>
                    <a:pt x="10895" y="10573"/>
                    <a:pt x="10919" y="10632"/>
                    <a:pt x="10919" y="10680"/>
                  </a:cubicBezTo>
                  <a:cubicBezTo>
                    <a:pt x="10919" y="10799"/>
                    <a:pt x="10823" y="10918"/>
                    <a:pt x="10681" y="10918"/>
                  </a:cubicBezTo>
                  <a:lnTo>
                    <a:pt x="9395" y="10918"/>
                  </a:lnTo>
                  <a:cubicBezTo>
                    <a:pt x="9311" y="10918"/>
                    <a:pt x="9228" y="10989"/>
                    <a:pt x="9228" y="11073"/>
                  </a:cubicBezTo>
                  <a:cubicBezTo>
                    <a:pt x="9228" y="11168"/>
                    <a:pt x="9311" y="11240"/>
                    <a:pt x="9395" y="11240"/>
                  </a:cubicBezTo>
                  <a:lnTo>
                    <a:pt x="10681" y="11240"/>
                  </a:lnTo>
                  <a:cubicBezTo>
                    <a:pt x="10990" y="11240"/>
                    <a:pt x="11240" y="10989"/>
                    <a:pt x="11240" y="10680"/>
                  </a:cubicBezTo>
                  <a:cubicBezTo>
                    <a:pt x="11192" y="10501"/>
                    <a:pt x="11133" y="10358"/>
                    <a:pt x="11038" y="10239"/>
                  </a:cubicBezTo>
                  <a:lnTo>
                    <a:pt x="965" y="167"/>
                  </a:lnTo>
                  <a:cubicBezTo>
                    <a:pt x="870" y="60"/>
                    <a:pt x="715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51"/>
            <p:cNvSpPr/>
            <p:nvPr/>
          </p:nvSpPr>
          <p:spPr>
            <a:xfrm>
              <a:off x="1366679" y="3029191"/>
              <a:ext cx="57981" cy="70289"/>
            </a:xfrm>
            <a:custGeom>
              <a:rect b="b" l="l" r="r" t="t"/>
              <a:pathLst>
                <a:path extrusionOk="0" h="2210" w="1823">
                  <a:moveTo>
                    <a:pt x="164" y="1"/>
                  </a:moveTo>
                  <a:cubicBezTo>
                    <a:pt x="140" y="1"/>
                    <a:pt x="116" y="6"/>
                    <a:pt x="96" y="18"/>
                  </a:cubicBezTo>
                  <a:cubicBezTo>
                    <a:pt x="36" y="42"/>
                    <a:pt x="0" y="102"/>
                    <a:pt x="0" y="161"/>
                  </a:cubicBezTo>
                  <a:lnTo>
                    <a:pt x="0" y="2043"/>
                  </a:lnTo>
                  <a:cubicBezTo>
                    <a:pt x="0" y="2126"/>
                    <a:pt x="72" y="2209"/>
                    <a:pt x="155" y="2209"/>
                  </a:cubicBezTo>
                  <a:cubicBezTo>
                    <a:pt x="250" y="2209"/>
                    <a:pt x="322" y="2126"/>
                    <a:pt x="322" y="2043"/>
                  </a:cubicBezTo>
                  <a:lnTo>
                    <a:pt x="322" y="566"/>
                  </a:lnTo>
                  <a:lnTo>
                    <a:pt x="1513" y="1757"/>
                  </a:lnTo>
                  <a:cubicBezTo>
                    <a:pt x="1542" y="1787"/>
                    <a:pt x="1584" y="1801"/>
                    <a:pt x="1627" y="1801"/>
                  </a:cubicBezTo>
                  <a:cubicBezTo>
                    <a:pt x="1670" y="1801"/>
                    <a:pt x="1715" y="1787"/>
                    <a:pt x="1751" y="1757"/>
                  </a:cubicBezTo>
                  <a:cubicBezTo>
                    <a:pt x="1822" y="1697"/>
                    <a:pt x="1810" y="1590"/>
                    <a:pt x="1751" y="1519"/>
                  </a:cubicBezTo>
                  <a:lnTo>
                    <a:pt x="274" y="42"/>
                  </a:lnTo>
                  <a:cubicBezTo>
                    <a:pt x="251" y="19"/>
                    <a:pt x="208" y="1"/>
                    <a:pt x="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51"/>
            <p:cNvSpPr/>
            <p:nvPr/>
          </p:nvSpPr>
          <p:spPr>
            <a:xfrm>
              <a:off x="1428031" y="3091211"/>
              <a:ext cx="100377" cy="99518"/>
            </a:xfrm>
            <a:custGeom>
              <a:rect b="b" l="l" r="r" t="t"/>
              <a:pathLst>
                <a:path extrusionOk="0" h="3129" w="3156">
                  <a:moveTo>
                    <a:pt x="183" y="0"/>
                  </a:moveTo>
                  <a:cubicBezTo>
                    <a:pt x="140" y="0"/>
                    <a:pt x="95" y="15"/>
                    <a:pt x="60" y="45"/>
                  </a:cubicBezTo>
                  <a:cubicBezTo>
                    <a:pt x="0" y="104"/>
                    <a:pt x="0" y="212"/>
                    <a:pt x="60" y="283"/>
                  </a:cubicBezTo>
                  <a:lnTo>
                    <a:pt x="2572" y="2795"/>
                  </a:lnTo>
                  <a:lnTo>
                    <a:pt x="655" y="2795"/>
                  </a:lnTo>
                  <a:cubicBezTo>
                    <a:pt x="560" y="2795"/>
                    <a:pt x="488" y="2879"/>
                    <a:pt x="488" y="2962"/>
                  </a:cubicBezTo>
                  <a:cubicBezTo>
                    <a:pt x="488" y="3057"/>
                    <a:pt x="560" y="3129"/>
                    <a:pt x="655" y="3129"/>
                  </a:cubicBezTo>
                  <a:lnTo>
                    <a:pt x="2977" y="3129"/>
                  </a:lnTo>
                  <a:cubicBezTo>
                    <a:pt x="3048" y="3129"/>
                    <a:pt x="3108" y="3081"/>
                    <a:pt x="3132" y="3021"/>
                  </a:cubicBezTo>
                  <a:cubicBezTo>
                    <a:pt x="3155" y="2962"/>
                    <a:pt x="3143" y="2902"/>
                    <a:pt x="3096" y="2843"/>
                  </a:cubicBezTo>
                  <a:lnTo>
                    <a:pt x="298" y="45"/>
                  </a:lnTo>
                  <a:cubicBezTo>
                    <a:pt x="268" y="15"/>
                    <a:pt x="226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1"/>
            <p:cNvSpPr/>
            <p:nvPr/>
          </p:nvSpPr>
          <p:spPr>
            <a:xfrm>
              <a:off x="1366297" y="3110040"/>
              <a:ext cx="66663" cy="80689"/>
            </a:xfrm>
            <a:custGeom>
              <a:rect b="b" l="l" r="r" t="t"/>
              <a:pathLst>
                <a:path extrusionOk="0" h="2537" w="2096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2370"/>
                  </a:lnTo>
                  <a:cubicBezTo>
                    <a:pt x="1" y="2418"/>
                    <a:pt x="24" y="2453"/>
                    <a:pt x="48" y="2489"/>
                  </a:cubicBezTo>
                  <a:cubicBezTo>
                    <a:pt x="84" y="2513"/>
                    <a:pt x="120" y="2537"/>
                    <a:pt x="167" y="2537"/>
                  </a:cubicBezTo>
                  <a:lnTo>
                    <a:pt x="1929" y="2537"/>
                  </a:lnTo>
                  <a:cubicBezTo>
                    <a:pt x="2013" y="2537"/>
                    <a:pt x="2096" y="2453"/>
                    <a:pt x="2096" y="2370"/>
                  </a:cubicBezTo>
                  <a:cubicBezTo>
                    <a:pt x="2096" y="2287"/>
                    <a:pt x="2013" y="2203"/>
                    <a:pt x="1929" y="2203"/>
                  </a:cubicBezTo>
                  <a:lnTo>
                    <a:pt x="334" y="2203"/>
                  </a:ln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51"/>
          <p:cNvSpPr txBox="1"/>
          <p:nvPr>
            <p:ph idx="9" type="ctrTitle"/>
          </p:nvPr>
        </p:nvSpPr>
        <p:spPr>
          <a:xfrm>
            <a:off x="2512150" y="2984949"/>
            <a:ext cx="1881300" cy="5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Deficiencias en la ejecución y el control</a:t>
            </a:r>
            <a:endParaRPr sz="1200"/>
          </a:p>
        </p:txBody>
      </p:sp>
      <p:sp>
        <p:nvSpPr>
          <p:cNvPr id="313" name="Google Shape;313;p51"/>
          <p:cNvSpPr txBox="1"/>
          <p:nvPr>
            <p:ph idx="13" type="subTitle"/>
          </p:nvPr>
        </p:nvSpPr>
        <p:spPr>
          <a:xfrm>
            <a:off x="2406100" y="3485100"/>
            <a:ext cx="20934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 líder de proyecto capacitado habría llevado a cabo revisiones periódicas, seguimiento del avance del proyecto, control de calidad y una coordinación entre los equipos técnicos y arquitectónicos</a:t>
            </a:r>
            <a:endParaRPr/>
          </a:p>
        </p:txBody>
      </p:sp>
      <p:sp>
        <p:nvSpPr>
          <p:cNvPr id="314" name="Google Shape;314;p51"/>
          <p:cNvSpPr txBox="1"/>
          <p:nvPr>
            <p:ph idx="14" type="ctrTitle"/>
          </p:nvPr>
        </p:nvSpPr>
        <p:spPr>
          <a:xfrm>
            <a:off x="4999000" y="2840400"/>
            <a:ext cx="1407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Cambio tardío de estrategia</a:t>
            </a:r>
            <a:endParaRPr sz="1200"/>
          </a:p>
        </p:txBody>
      </p:sp>
      <p:sp>
        <p:nvSpPr>
          <p:cNvPr id="315" name="Google Shape;315;p51"/>
          <p:cNvSpPr txBox="1"/>
          <p:nvPr>
            <p:ph idx="15" type="subTitle"/>
          </p:nvPr>
        </p:nvSpPr>
        <p:spPr>
          <a:xfrm>
            <a:off x="4823800" y="3485100"/>
            <a:ext cx="1563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Una gestión adecuada </a:t>
            </a:r>
            <a:r>
              <a:rPr lang="es-419"/>
              <a:t>hubiera</a:t>
            </a:r>
            <a:r>
              <a:rPr lang="es-419"/>
              <a:t> definido la estrategia de forma temprana, evaluando la experiencia previa </a:t>
            </a:r>
            <a:r>
              <a:rPr lang="es-419"/>
              <a:t>en</a:t>
            </a:r>
            <a:r>
              <a:rPr lang="es-419"/>
              <a:t> proyectos similares</a:t>
            </a:r>
            <a:endParaRPr/>
          </a:p>
        </p:txBody>
      </p:sp>
      <p:sp>
        <p:nvSpPr>
          <p:cNvPr id="316" name="Google Shape;316;p51"/>
          <p:cNvSpPr txBox="1"/>
          <p:nvPr>
            <p:ph idx="6" type="ctrTitle"/>
          </p:nvPr>
        </p:nvSpPr>
        <p:spPr>
          <a:xfrm rot="5400000">
            <a:off x="6166075" y="3348250"/>
            <a:ext cx="2941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EVITAR FRACASO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7" name="Google Shape;317;p51"/>
          <p:cNvSpPr/>
          <p:nvPr/>
        </p:nvSpPr>
        <p:spPr>
          <a:xfrm rot="10800000">
            <a:off x="7952450" y="2039125"/>
            <a:ext cx="748500" cy="188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/>
          <p:nvPr/>
        </p:nvSpPr>
        <p:spPr>
          <a:xfrm>
            <a:off x="7915050" y="0"/>
            <a:ext cx="1353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23" name="Google Shape;323;p52"/>
          <p:cNvSpPr txBox="1"/>
          <p:nvPr>
            <p:ph idx="6" type="ctrTitle"/>
          </p:nvPr>
        </p:nvSpPr>
        <p:spPr>
          <a:xfrm rot="5400000">
            <a:off x="7136425" y="1198425"/>
            <a:ext cx="2941800" cy="8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¿QUÉ DEBERÍAN HABER HECHO?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4" name="Google Shape;324;p52"/>
          <p:cNvSpPr txBox="1"/>
          <p:nvPr>
            <p:ph idx="7" type="ctrTitle"/>
          </p:nvPr>
        </p:nvSpPr>
        <p:spPr>
          <a:xfrm>
            <a:off x="333050" y="3066388"/>
            <a:ext cx="18813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Mejor planificación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del tiempo</a:t>
            </a:r>
            <a:endParaRPr sz="1200"/>
          </a:p>
        </p:txBody>
      </p:sp>
      <p:sp>
        <p:nvSpPr>
          <p:cNvPr id="325" name="Google Shape;325;p52"/>
          <p:cNvSpPr txBox="1"/>
          <p:nvPr>
            <p:ph idx="8" type="subTitle"/>
          </p:nvPr>
        </p:nvSpPr>
        <p:spPr>
          <a:xfrm>
            <a:off x="362300" y="3530888"/>
            <a:ext cx="1822800" cy="11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cronograma debería haber sido realista. Se deberían haber definido márgenes de tiempo razonables, manteniendo una evaluación continua del avance del proyecto</a:t>
            </a:r>
            <a:endParaRPr/>
          </a:p>
        </p:txBody>
      </p:sp>
      <p:sp>
        <p:nvSpPr>
          <p:cNvPr id="326" name="Google Shape;326;p52"/>
          <p:cNvSpPr txBox="1"/>
          <p:nvPr>
            <p:ph idx="1" type="subTitle"/>
          </p:nvPr>
        </p:nvSpPr>
        <p:spPr>
          <a:xfrm>
            <a:off x="333050" y="1539613"/>
            <a:ext cx="17073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Realización de análisis de factibilidad profundo en conjunto con análisis de riesgos y consulta a expertos</a:t>
            </a:r>
            <a:endParaRPr/>
          </a:p>
        </p:txBody>
      </p:sp>
      <p:sp>
        <p:nvSpPr>
          <p:cNvPr id="327" name="Google Shape;327;p52"/>
          <p:cNvSpPr txBox="1"/>
          <p:nvPr>
            <p:ph idx="3" type="subTitle"/>
          </p:nvPr>
        </p:nvSpPr>
        <p:spPr>
          <a:xfrm>
            <a:off x="2205050" y="1539613"/>
            <a:ext cx="19614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 debió haber centralizado la organización del sistema en lugar de delegarla a las aerolíneas</a:t>
            </a:r>
            <a:endParaRPr/>
          </a:p>
        </p:txBody>
      </p:sp>
      <p:sp>
        <p:nvSpPr>
          <p:cNvPr id="328" name="Google Shape;328;p52"/>
          <p:cNvSpPr txBox="1"/>
          <p:nvPr>
            <p:ph idx="5" type="subTitle"/>
          </p:nvPr>
        </p:nvSpPr>
        <p:spPr>
          <a:xfrm>
            <a:off x="4373325" y="1497163"/>
            <a:ext cx="17073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 enfoque ágil permite un escalado progresivo y facilita la detección de problemas en etapas tempranas</a:t>
            </a:r>
            <a:endParaRPr/>
          </a:p>
        </p:txBody>
      </p:sp>
      <p:sp>
        <p:nvSpPr>
          <p:cNvPr id="329" name="Google Shape;329;p52"/>
          <p:cNvSpPr txBox="1"/>
          <p:nvPr>
            <p:ph idx="2" type="ctrTitle"/>
          </p:nvPr>
        </p:nvSpPr>
        <p:spPr>
          <a:xfrm>
            <a:off x="2239385" y="987754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Definición clara de roles y responsabilidades</a:t>
            </a:r>
            <a:endParaRPr sz="1200"/>
          </a:p>
        </p:txBody>
      </p:sp>
      <p:sp>
        <p:nvSpPr>
          <p:cNvPr id="330" name="Google Shape;330;p52"/>
          <p:cNvSpPr txBox="1"/>
          <p:nvPr>
            <p:ph idx="4" type="ctrTitle"/>
          </p:nvPr>
        </p:nvSpPr>
        <p:spPr>
          <a:xfrm>
            <a:off x="4264550" y="1080610"/>
            <a:ext cx="1881300" cy="4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Enfoque de desarrollo iterativo/incremental</a:t>
            </a:r>
            <a:endParaRPr sz="1200"/>
          </a:p>
        </p:txBody>
      </p:sp>
      <p:sp>
        <p:nvSpPr>
          <p:cNvPr id="331" name="Google Shape;331;p52"/>
          <p:cNvSpPr txBox="1"/>
          <p:nvPr>
            <p:ph type="ctrTitle"/>
          </p:nvPr>
        </p:nvSpPr>
        <p:spPr>
          <a:xfrm>
            <a:off x="333047" y="987754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Evaluación temprana de factibilidad técnica y estratégica</a:t>
            </a:r>
            <a:endParaRPr sz="1200"/>
          </a:p>
        </p:txBody>
      </p:sp>
      <p:sp>
        <p:nvSpPr>
          <p:cNvPr id="332" name="Google Shape;332;p52"/>
          <p:cNvSpPr/>
          <p:nvPr/>
        </p:nvSpPr>
        <p:spPr>
          <a:xfrm>
            <a:off x="435225" y="514338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2"/>
          <p:cNvSpPr/>
          <p:nvPr/>
        </p:nvSpPr>
        <p:spPr>
          <a:xfrm>
            <a:off x="2950529" y="514338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2"/>
          <p:cNvSpPr/>
          <p:nvPr/>
        </p:nvSpPr>
        <p:spPr>
          <a:xfrm>
            <a:off x="4963188" y="514338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2"/>
          <p:cNvSpPr/>
          <p:nvPr/>
        </p:nvSpPr>
        <p:spPr>
          <a:xfrm>
            <a:off x="435225" y="2571738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2"/>
          <p:cNvSpPr/>
          <p:nvPr/>
        </p:nvSpPr>
        <p:spPr>
          <a:xfrm>
            <a:off x="2950516" y="2611138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2"/>
          <p:cNvSpPr/>
          <p:nvPr/>
        </p:nvSpPr>
        <p:spPr>
          <a:xfrm>
            <a:off x="4993075" y="2571738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" name="Google Shape;338;p52"/>
          <p:cNvGrpSpPr/>
          <p:nvPr/>
        </p:nvGrpSpPr>
        <p:grpSpPr>
          <a:xfrm>
            <a:off x="473475" y="568495"/>
            <a:ext cx="382519" cy="350682"/>
            <a:chOff x="2903337" y="4279032"/>
            <a:chExt cx="382519" cy="350682"/>
          </a:xfrm>
        </p:grpSpPr>
        <p:sp>
          <p:nvSpPr>
            <p:cNvPr id="339" name="Google Shape;339;p52"/>
            <p:cNvSpPr/>
            <p:nvPr/>
          </p:nvSpPr>
          <p:spPr>
            <a:xfrm>
              <a:off x="2966979" y="4320570"/>
              <a:ext cx="202248" cy="184183"/>
            </a:xfrm>
            <a:custGeom>
              <a:rect b="b" l="l" r="r" t="t"/>
              <a:pathLst>
                <a:path extrusionOk="0" h="5791" w="6359">
                  <a:moveTo>
                    <a:pt x="3179" y="361"/>
                  </a:moveTo>
                  <a:cubicBezTo>
                    <a:pt x="3834" y="361"/>
                    <a:pt x="4477" y="611"/>
                    <a:pt x="4989" y="1099"/>
                  </a:cubicBezTo>
                  <a:cubicBezTo>
                    <a:pt x="5965" y="2087"/>
                    <a:pt x="5965" y="3707"/>
                    <a:pt x="4965" y="4683"/>
                  </a:cubicBezTo>
                  <a:cubicBezTo>
                    <a:pt x="4465" y="5183"/>
                    <a:pt x="3813" y="5433"/>
                    <a:pt x="3164" y="5433"/>
                  </a:cubicBezTo>
                  <a:cubicBezTo>
                    <a:pt x="2515" y="5433"/>
                    <a:pt x="1870" y="5183"/>
                    <a:pt x="1381" y="4683"/>
                  </a:cubicBezTo>
                  <a:cubicBezTo>
                    <a:pt x="393" y="3695"/>
                    <a:pt x="381" y="2087"/>
                    <a:pt x="1381" y="1099"/>
                  </a:cubicBezTo>
                  <a:cubicBezTo>
                    <a:pt x="1870" y="611"/>
                    <a:pt x="2524" y="361"/>
                    <a:pt x="3179" y="361"/>
                  </a:cubicBezTo>
                  <a:close/>
                  <a:moveTo>
                    <a:pt x="3179" y="1"/>
                  </a:moveTo>
                  <a:cubicBezTo>
                    <a:pt x="2438" y="1"/>
                    <a:pt x="1697" y="284"/>
                    <a:pt x="1131" y="849"/>
                  </a:cubicBezTo>
                  <a:cubicBezTo>
                    <a:pt x="0" y="1980"/>
                    <a:pt x="0" y="3814"/>
                    <a:pt x="1131" y="4945"/>
                  </a:cubicBezTo>
                  <a:cubicBezTo>
                    <a:pt x="1691" y="5504"/>
                    <a:pt x="2441" y="5790"/>
                    <a:pt x="3167" y="5790"/>
                  </a:cubicBezTo>
                  <a:cubicBezTo>
                    <a:pt x="3917" y="5790"/>
                    <a:pt x="4644" y="5504"/>
                    <a:pt x="5203" y="4945"/>
                  </a:cubicBezTo>
                  <a:cubicBezTo>
                    <a:pt x="6358" y="3814"/>
                    <a:pt x="6358" y="1980"/>
                    <a:pt x="5227" y="849"/>
                  </a:cubicBezTo>
                  <a:cubicBezTo>
                    <a:pt x="4662" y="284"/>
                    <a:pt x="3920" y="1"/>
                    <a:pt x="3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2"/>
            <p:cNvSpPr/>
            <p:nvPr/>
          </p:nvSpPr>
          <p:spPr>
            <a:xfrm>
              <a:off x="2903337" y="4279032"/>
              <a:ext cx="382519" cy="350682"/>
            </a:xfrm>
            <a:custGeom>
              <a:rect b="b" l="l" r="r" t="t"/>
              <a:pathLst>
                <a:path extrusionOk="0" h="11026" w="12027">
                  <a:moveTo>
                    <a:pt x="5168" y="1072"/>
                  </a:moveTo>
                  <a:cubicBezTo>
                    <a:pt x="5966" y="1072"/>
                    <a:pt x="6776" y="1381"/>
                    <a:pt x="7383" y="1988"/>
                  </a:cubicBezTo>
                  <a:cubicBezTo>
                    <a:pt x="8609" y="3215"/>
                    <a:pt x="8609" y="5203"/>
                    <a:pt x="7383" y="6429"/>
                  </a:cubicBezTo>
                  <a:cubicBezTo>
                    <a:pt x="6776" y="7037"/>
                    <a:pt x="5966" y="7346"/>
                    <a:pt x="5168" y="7346"/>
                  </a:cubicBezTo>
                  <a:cubicBezTo>
                    <a:pt x="4359" y="7334"/>
                    <a:pt x="3561" y="7037"/>
                    <a:pt x="2954" y="6429"/>
                  </a:cubicBezTo>
                  <a:cubicBezTo>
                    <a:pt x="1727" y="5203"/>
                    <a:pt x="1727" y="3215"/>
                    <a:pt x="2954" y="1988"/>
                  </a:cubicBezTo>
                  <a:cubicBezTo>
                    <a:pt x="3561" y="1381"/>
                    <a:pt x="4359" y="1072"/>
                    <a:pt x="5168" y="1072"/>
                  </a:cubicBezTo>
                  <a:close/>
                  <a:moveTo>
                    <a:pt x="7788" y="6513"/>
                  </a:moveTo>
                  <a:lnTo>
                    <a:pt x="8538" y="7263"/>
                  </a:lnTo>
                  <a:lnTo>
                    <a:pt x="8240" y="7561"/>
                  </a:lnTo>
                  <a:lnTo>
                    <a:pt x="7490" y="6810"/>
                  </a:lnTo>
                  <a:cubicBezTo>
                    <a:pt x="7550" y="6763"/>
                    <a:pt x="7597" y="6727"/>
                    <a:pt x="7633" y="6668"/>
                  </a:cubicBezTo>
                  <a:lnTo>
                    <a:pt x="7788" y="6513"/>
                  </a:lnTo>
                  <a:close/>
                  <a:moveTo>
                    <a:pt x="9038" y="7251"/>
                  </a:moveTo>
                  <a:cubicBezTo>
                    <a:pt x="9050" y="7251"/>
                    <a:pt x="9050" y="7251"/>
                    <a:pt x="9074" y="7275"/>
                  </a:cubicBezTo>
                  <a:lnTo>
                    <a:pt x="11276" y="9477"/>
                  </a:lnTo>
                  <a:lnTo>
                    <a:pt x="10455" y="10287"/>
                  </a:lnTo>
                  <a:lnTo>
                    <a:pt x="8252" y="8084"/>
                  </a:lnTo>
                  <a:cubicBezTo>
                    <a:pt x="8240" y="8073"/>
                    <a:pt x="8240" y="8061"/>
                    <a:pt x="8240" y="8061"/>
                  </a:cubicBezTo>
                  <a:cubicBezTo>
                    <a:pt x="8240" y="8049"/>
                    <a:pt x="8240" y="8049"/>
                    <a:pt x="8252" y="8037"/>
                  </a:cubicBezTo>
                  <a:lnTo>
                    <a:pt x="9014" y="7275"/>
                  </a:lnTo>
                  <a:cubicBezTo>
                    <a:pt x="9026" y="7251"/>
                    <a:pt x="9026" y="7251"/>
                    <a:pt x="9038" y="7251"/>
                  </a:cubicBezTo>
                  <a:close/>
                  <a:moveTo>
                    <a:pt x="11514" y="9716"/>
                  </a:moveTo>
                  <a:lnTo>
                    <a:pt x="11621" y="9835"/>
                  </a:lnTo>
                  <a:cubicBezTo>
                    <a:pt x="11645" y="9847"/>
                    <a:pt x="11645" y="9882"/>
                    <a:pt x="11633" y="9894"/>
                  </a:cubicBezTo>
                  <a:lnTo>
                    <a:pt x="10871" y="10656"/>
                  </a:lnTo>
                  <a:cubicBezTo>
                    <a:pt x="10859" y="10668"/>
                    <a:pt x="10859" y="10668"/>
                    <a:pt x="10836" y="10668"/>
                  </a:cubicBezTo>
                  <a:cubicBezTo>
                    <a:pt x="10824" y="10668"/>
                    <a:pt x="10824" y="10668"/>
                    <a:pt x="10812" y="10656"/>
                  </a:cubicBezTo>
                  <a:lnTo>
                    <a:pt x="10693" y="10537"/>
                  </a:lnTo>
                  <a:lnTo>
                    <a:pt x="11514" y="9716"/>
                  </a:ln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lnTo>
                    <a:pt x="1" y="8715"/>
                  </a:lnTo>
                  <a:cubicBezTo>
                    <a:pt x="1" y="8942"/>
                    <a:pt x="180" y="9132"/>
                    <a:pt x="418" y="9132"/>
                  </a:cubicBezTo>
                  <a:lnTo>
                    <a:pt x="5859" y="9132"/>
                  </a:lnTo>
                  <a:cubicBezTo>
                    <a:pt x="5954" y="9132"/>
                    <a:pt x="6037" y="9061"/>
                    <a:pt x="6037" y="8954"/>
                  </a:cubicBezTo>
                  <a:cubicBezTo>
                    <a:pt x="6037" y="8846"/>
                    <a:pt x="5954" y="8775"/>
                    <a:pt x="5859" y="8775"/>
                  </a:cubicBezTo>
                  <a:lnTo>
                    <a:pt x="418" y="8775"/>
                  </a:lnTo>
                  <a:cubicBezTo>
                    <a:pt x="394" y="8775"/>
                    <a:pt x="358" y="8739"/>
                    <a:pt x="358" y="8715"/>
                  </a:cubicBezTo>
                  <a:lnTo>
                    <a:pt x="358" y="1631"/>
                  </a:lnTo>
                  <a:lnTo>
                    <a:pt x="2787" y="1631"/>
                  </a:lnTo>
                  <a:lnTo>
                    <a:pt x="2704" y="1727"/>
                  </a:lnTo>
                  <a:cubicBezTo>
                    <a:pt x="1346" y="3072"/>
                    <a:pt x="1346" y="5298"/>
                    <a:pt x="2704" y="6668"/>
                  </a:cubicBezTo>
                  <a:cubicBezTo>
                    <a:pt x="3382" y="7346"/>
                    <a:pt x="4275" y="7692"/>
                    <a:pt x="5168" y="7692"/>
                  </a:cubicBezTo>
                  <a:cubicBezTo>
                    <a:pt x="5883" y="7692"/>
                    <a:pt x="6597" y="7465"/>
                    <a:pt x="7204" y="7037"/>
                  </a:cubicBezTo>
                  <a:lnTo>
                    <a:pt x="7978" y="7811"/>
                  </a:lnTo>
                  <a:cubicBezTo>
                    <a:pt x="7919" y="7882"/>
                    <a:pt x="7883" y="7977"/>
                    <a:pt x="7883" y="8061"/>
                  </a:cubicBezTo>
                  <a:cubicBezTo>
                    <a:pt x="7883" y="8168"/>
                    <a:pt x="7919" y="8275"/>
                    <a:pt x="8002" y="8346"/>
                  </a:cubicBezTo>
                  <a:lnTo>
                    <a:pt x="8443" y="8787"/>
                  </a:lnTo>
                  <a:lnTo>
                    <a:pt x="6609" y="8787"/>
                  </a:lnTo>
                  <a:cubicBezTo>
                    <a:pt x="6514" y="8787"/>
                    <a:pt x="6430" y="8870"/>
                    <a:pt x="6430" y="8966"/>
                  </a:cubicBezTo>
                  <a:cubicBezTo>
                    <a:pt x="6430" y="9073"/>
                    <a:pt x="6514" y="9144"/>
                    <a:pt x="6609" y="9144"/>
                  </a:cubicBezTo>
                  <a:lnTo>
                    <a:pt x="8800" y="9144"/>
                  </a:lnTo>
                  <a:lnTo>
                    <a:pt x="10562" y="10906"/>
                  </a:lnTo>
                  <a:cubicBezTo>
                    <a:pt x="10633" y="10978"/>
                    <a:pt x="10740" y="11025"/>
                    <a:pt x="10836" y="11025"/>
                  </a:cubicBezTo>
                  <a:cubicBezTo>
                    <a:pt x="10943" y="11025"/>
                    <a:pt x="11050" y="10978"/>
                    <a:pt x="11121" y="10906"/>
                  </a:cubicBezTo>
                  <a:lnTo>
                    <a:pt x="11883" y="10144"/>
                  </a:lnTo>
                  <a:cubicBezTo>
                    <a:pt x="12026" y="9978"/>
                    <a:pt x="12026" y="9728"/>
                    <a:pt x="11872" y="9585"/>
                  </a:cubicBezTo>
                  <a:lnTo>
                    <a:pt x="11062" y="8775"/>
                  </a:lnTo>
                  <a:lnTo>
                    <a:pt x="11062" y="8727"/>
                  </a:lnTo>
                  <a:lnTo>
                    <a:pt x="11062" y="7025"/>
                  </a:lnTo>
                  <a:cubicBezTo>
                    <a:pt x="11062" y="6918"/>
                    <a:pt x="10990" y="6846"/>
                    <a:pt x="10883" y="6846"/>
                  </a:cubicBezTo>
                  <a:cubicBezTo>
                    <a:pt x="10776" y="6846"/>
                    <a:pt x="10705" y="6918"/>
                    <a:pt x="10705" y="7025"/>
                  </a:cubicBezTo>
                  <a:lnTo>
                    <a:pt x="10705" y="8430"/>
                  </a:lnTo>
                  <a:lnTo>
                    <a:pt x="9312" y="7037"/>
                  </a:lnTo>
                  <a:cubicBezTo>
                    <a:pt x="9233" y="6958"/>
                    <a:pt x="9132" y="6919"/>
                    <a:pt x="9034" y="6919"/>
                  </a:cubicBezTo>
                  <a:cubicBezTo>
                    <a:pt x="8939" y="6919"/>
                    <a:pt x="8846" y="6955"/>
                    <a:pt x="8776" y="7025"/>
                  </a:cubicBezTo>
                  <a:lnTo>
                    <a:pt x="8002" y="6251"/>
                  </a:lnTo>
                  <a:cubicBezTo>
                    <a:pt x="8978" y="4882"/>
                    <a:pt x="8859" y="2953"/>
                    <a:pt x="7633" y="1738"/>
                  </a:cubicBezTo>
                  <a:lnTo>
                    <a:pt x="7550" y="1643"/>
                  </a:lnTo>
                  <a:lnTo>
                    <a:pt x="10705" y="1643"/>
                  </a:lnTo>
                  <a:lnTo>
                    <a:pt x="10705" y="6251"/>
                  </a:lnTo>
                  <a:cubicBezTo>
                    <a:pt x="10705" y="6346"/>
                    <a:pt x="10776" y="6429"/>
                    <a:pt x="10883" y="6429"/>
                  </a:cubicBezTo>
                  <a:cubicBezTo>
                    <a:pt x="10990" y="6429"/>
                    <a:pt x="11062" y="6346"/>
                    <a:pt x="11062" y="6251"/>
                  </a:cubicBezTo>
                  <a:lnTo>
                    <a:pt x="11062" y="655"/>
                  </a:lnTo>
                  <a:cubicBezTo>
                    <a:pt x="11062" y="298"/>
                    <a:pt x="10764" y="0"/>
                    <a:pt x="10407" y="0"/>
                  </a:cubicBezTo>
                  <a:lnTo>
                    <a:pt x="8812" y="0"/>
                  </a:lnTo>
                  <a:cubicBezTo>
                    <a:pt x="8716" y="0"/>
                    <a:pt x="8633" y="72"/>
                    <a:pt x="8633" y="179"/>
                  </a:cubicBezTo>
                  <a:cubicBezTo>
                    <a:pt x="8633" y="274"/>
                    <a:pt x="8716" y="357"/>
                    <a:pt x="8812" y="357"/>
                  </a:cubicBezTo>
                  <a:lnTo>
                    <a:pt x="10407" y="357"/>
                  </a:lnTo>
                  <a:cubicBezTo>
                    <a:pt x="10574" y="357"/>
                    <a:pt x="10705" y="488"/>
                    <a:pt x="10705" y="655"/>
                  </a:cubicBezTo>
                  <a:lnTo>
                    <a:pt x="10705" y="1286"/>
                  </a:lnTo>
                  <a:lnTo>
                    <a:pt x="7109" y="1286"/>
                  </a:lnTo>
                  <a:cubicBezTo>
                    <a:pt x="6520" y="899"/>
                    <a:pt x="5841" y="706"/>
                    <a:pt x="5165" y="706"/>
                  </a:cubicBezTo>
                  <a:cubicBezTo>
                    <a:pt x="4490" y="706"/>
                    <a:pt x="3817" y="899"/>
                    <a:pt x="3239" y="1286"/>
                  </a:cubicBezTo>
                  <a:lnTo>
                    <a:pt x="358" y="1286"/>
                  </a:lnTo>
                  <a:lnTo>
                    <a:pt x="358" y="655"/>
                  </a:lnTo>
                  <a:cubicBezTo>
                    <a:pt x="358" y="488"/>
                    <a:pt x="501" y="357"/>
                    <a:pt x="656" y="357"/>
                  </a:cubicBezTo>
                  <a:lnTo>
                    <a:pt x="8062" y="357"/>
                  </a:lnTo>
                  <a:cubicBezTo>
                    <a:pt x="8157" y="357"/>
                    <a:pt x="8240" y="274"/>
                    <a:pt x="8240" y="179"/>
                  </a:cubicBezTo>
                  <a:cubicBezTo>
                    <a:pt x="8240" y="72"/>
                    <a:pt x="8157" y="0"/>
                    <a:pt x="8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2"/>
            <p:cNvSpPr/>
            <p:nvPr/>
          </p:nvSpPr>
          <p:spPr>
            <a:xfrm>
              <a:off x="2937814" y="4300215"/>
              <a:ext cx="11768" cy="11418"/>
            </a:xfrm>
            <a:custGeom>
              <a:rect b="b" l="l" r="r" t="t"/>
              <a:pathLst>
                <a:path extrusionOk="0" h="359" w="370">
                  <a:moveTo>
                    <a:pt x="191" y="1"/>
                  </a:moveTo>
                  <a:cubicBezTo>
                    <a:pt x="84" y="1"/>
                    <a:pt x="0" y="72"/>
                    <a:pt x="0" y="179"/>
                  </a:cubicBezTo>
                  <a:cubicBezTo>
                    <a:pt x="0" y="263"/>
                    <a:pt x="84" y="358"/>
                    <a:pt x="191" y="358"/>
                  </a:cubicBezTo>
                  <a:cubicBezTo>
                    <a:pt x="286" y="358"/>
                    <a:pt x="370" y="287"/>
                    <a:pt x="370" y="179"/>
                  </a:cubicBezTo>
                  <a:cubicBezTo>
                    <a:pt x="370" y="72"/>
                    <a:pt x="286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2"/>
            <p:cNvSpPr/>
            <p:nvPr/>
          </p:nvSpPr>
          <p:spPr>
            <a:xfrm>
              <a:off x="2952572" y="4300215"/>
              <a:ext cx="11386" cy="11418"/>
            </a:xfrm>
            <a:custGeom>
              <a:rect b="b" l="l" r="r" t="t"/>
              <a:pathLst>
                <a:path extrusionOk="0" h="359" w="358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63"/>
                    <a:pt x="84" y="358"/>
                    <a:pt x="179" y="358"/>
                  </a:cubicBezTo>
                  <a:cubicBezTo>
                    <a:pt x="287" y="358"/>
                    <a:pt x="358" y="287"/>
                    <a:pt x="358" y="179"/>
                  </a:cubicBezTo>
                  <a:cubicBezTo>
                    <a:pt x="358" y="72"/>
                    <a:pt x="275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2"/>
            <p:cNvSpPr/>
            <p:nvPr/>
          </p:nvSpPr>
          <p:spPr>
            <a:xfrm>
              <a:off x="2967361" y="4300215"/>
              <a:ext cx="11386" cy="11418"/>
            </a:xfrm>
            <a:custGeom>
              <a:rect b="b" l="l" r="r" t="t"/>
              <a:pathLst>
                <a:path extrusionOk="0" h="359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cubicBezTo>
                    <a:pt x="286" y="358"/>
                    <a:pt x="357" y="287"/>
                    <a:pt x="357" y="179"/>
                  </a:cubicBezTo>
                  <a:cubicBezTo>
                    <a:pt x="345" y="72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2"/>
            <p:cNvSpPr/>
            <p:nvPr/>
          </p:nvSpPr>
          <p:spPr>
            <a:xfrm>
              <a:off x="3016563" y="4424063"/>
              <a:ext cx="11418" cy="11386"/>
            </a:xfrm>
            <a:custGeom>
              <a:rect b="b" l="l" r="r" t="t"/>
              <a:pathLst>
                <a:path extrusionOk="0" h="358" w="359">
                  <a:moveTo>
                    <a:pt x="180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7"/>
                    <a:pt x="180" y="357"/>
                  </a:cubicBezTo>
                  <a:cubicBezTo>
                    <a:pt x="287" y="357"/>
                    <a:pt x="358" y="286"/>
                    <a:pt x="358" y="179"/>
                  </a:cubicBezTo>
                  <a:cubicBezTo>
                    <a:pt x="358" y="84"/>
                    <a:pt x="287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2"/>
            <p:cNvSpPr/>
            <p:nvPr/>
          </p:nvSpPr>
          <p:spPr>
            <a:xfrm>
              <a:off x="3016563" y="4442606"/>
              <a:ext cx="11418" cy="11386"/>
            </a:xfrm>
            <a:custGeom>
              <a:rect b="b" l="l" r="r" t="t"/>
              <a:pathLst>
                <a:path extrusionOk="0" h="358" w="359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80" y="358"/>
                  </a:cubicBezTo>
                  <a:cubicBezTo>
                    <a:pt x="287" y="358"/>
                    <a:pt x="358" y="286"/>
                    <a:pt x="358" y="179"/>
                  </a:cubicBezTo>
                  <a:cubicBezTo>
                    <a:pt x="358" y="72"/>
                    <a:pt x="287" y="1"/>
                    <a:pt x="1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2"/>
            <p:cNvSpPr/>
            <p:nvPr/>
          </p:nvSpPr>
          <p:spPr>
            <a:xfrm>
              <a:off x="3032498" y="4424063"/>
              <a:ext cx="11768" cy="11386"/>
            </a:xfrm>
            <a:custGeom>
              <a:rect b="b" l="l" r="r" t="t"/>
              <a:pathLst>
                <a:path extrusionOk="0" h="358" w="370">
                  <a:moveTo>
                    <a:pt x="191" y="0"/>
                  </a:moveTo>
                  <a:cubicBezTo>
                    <a:pt x="83" y="0"/>
                    <a:pt x="0" y="84"/>
                    <a:pt x="0" y="179"/>
                  </a:cubicBezTo>
                  <a:cubicBezTo>
                    <a:pt x="0" y="286"/>
                    <a:pt x="83" y="357"/>
                    <a:pt x="191" y="357"/>
                  </a:cubicBezTo>
                  <a:cubicBezTo>
                    <a:pt x="286" y="357"/>
                    <a:pt x="369" y="286"/>
                    <a:pt x="369" y="179"/>
                  </a:cubicBezTo>
                  <a:cubicBezTo>
                    <a:pt x="369" y="84"/>
                    <a:pt x="274" y="0"/>
                    <a:pt x="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2"/>
            <p:cNvSpPr/>
            <p:nvPr/>
          </p:nvSpPr>
          <p:spPr>
            <a:xfrm>
              <a:off x="3032498" y="4442606"/>
              <a:ext cx="11768" cy="11386"/>
            </a:xfrm>
            <a:custGeom>
              <a:rect b="b" l="l" r="r" t="t"/>
              <a:pathLst>
                <a:path extrusionOk="0" h="358" w="370">
                  <a:moveTo>
                    <a:pt x="191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86"/>
                    <a:pt x="83" y="358"/>
                    <a:pt x="191" y="358"/>
                  </a:cubicBezTo>
                  <a:cubicBezTo>
                    <a:pt x="286" y="358"/>
                    <a:pt x="369" y="286"/>
                    <a:pt x="369" y="179"/>
                  </a:cubicBezTo>
                  <a:cubicBezTo>
                    <a:pt x="369" y="72"/>
                    <a:pt x="274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2"/>
            <p:cNvSpPr/>
            <p:nvPr/>
          </p:nvSpPr>
          <p:spPr>
            <a:xfrm>
              <a:off x="3016213" y="4357527"/>
              <a:ext cx="112494" cy="111636"/>
            </a:xfrm>
            <a:custGeom>
              <a:rect b="b" l="l" r="r" t="t"/>
              <a:pathLst>
                <a:path extrusionOk="0" h="3510" w="3537">
                  <a:moveTo>
                    <a:pt x="2250" y="354"/>
                  </a:moveTo>
                  <a:lnTo>
                    <a:pt x="2096" y="1080"/>
                  </a:lnTo>
                  <a:lnTo>
                    <a:pt x="1357" y="913"/>
                  </a:lnTo>
                  <a:cubicBezTo>
                    <a:pt x="1336" y="909"/>
                    <a:pt x="1315" y="907"/>
                    <a:pt x="1293" y="907"/>
                  </a:cubicBezTo>
                  <a:cubicBezTo>
                    <a:pt x="1193" y="907"/>
                    <a:pt x="1093" y="950"/>
                    <a:pt x="1024" y="1009"/>
                  </a:cubicBezTo>
                  <a:cubicBezTo>
                    <a:pt x="929" y="1104"/>
                    <a:pt x="905" y="1211"/>
                    <a:pt x="929" y="1342"/>
                  </a:cubicBezTo>
                  <a:lnTo>
                    <a:pt x="953" y="1366"/>
                  </a:lnTo>
                  <a:lnTo>
                    <a:pt x="369" y="818"/>
                  </a:lnTo>
                  <a:lnTo>
                    <a:pt x="2250" y="354"/>
                  </a:lnTo>
                  <a:close/>
                  <a:moveTo>
                    <a:pt x="1274" y="1259"/>
                  </a:moveTo>
                  <a:lnTo>
                    <a:pt x="2036" y="1425"/>
                  </a:lnTo>
                  <a:lnTo>
                    <a:pt x="1869" y="2259"/>
                  </a:lnTo>
                  <a:lnTo>
                    <a:pt x="1429" y="1830"/>
                  </a:lnTo>
                  <a:lnTo>
                    <a:pt x="1274" y="1259"/>
                  </a:lnTo>
                  <a:close/>
                  <a:moveTo>
                    <a:pt x="2369" y="1521"/>
                  </a:moveTo>
                  <a:lnTo>
                    <a:pt x="3167" y="1699"/>
                  </a:lnTo>
                  <a:lnTo>
                    <a:pt x="1715" y="3152"/>
                  </a:lnTo>
                  <a:lnTo>
                    <a:pt x="1548" y="2449"/>
                  </a:lnTo>
                  <a:lnTo>
                    <a:pt x="1607" y="2509"/>
                  </a:lnTo>
                  <a:cubicBezTo>
                    <a:pt x="1679" y="2568"/>
                    <a:pt x="1774" y="2616"/>
                    <a:pt x="1857" y="2616"/>
                  </a:cubicBezTo>
                  <a:cubicBezTo>
                    <a:pt x="1893" y="2616"/>
                    <a:pt x="1929" y="2616"/>
                    <a:pt x="1965" y="2604"/>
                  </a:cubicBezTo>
                  <a:cubicBezTo>
                    <a:pt x="2084" y="2557"/>
                    <a:pt x="2191" y="2473"/>
                    <a:pt x="2203" y="2330"/>
                  </a:cubicBezTo>
                  <a:lnTo>
                    <a:pt x="2369" y="1521"/>
                  </a:lnTo>
                  <a:close/>
                  <a:moveTo>
                    <a:pt x="2239" y="0"/>
                  </a:moveTo>
                  <a:cubicBezTo>
                    <a:pt x="2211" y="0"/>
                    <a:pt x="2183" y="3"/>
                    <a:pt x="2155" y="9"/>
                  </a:cubicBezTo>
                  <a:lnTo>
                    <a:pt x="274" y="473"/>
                  </a:lnTo>
                  <a:cubicBezTo>
                    <a:pt x="167" y="509"/>
                    <a:pt x="60" y="604"/>
                    <a:pt x="24" y="723"/>
                  </a:cubicBezTo>
                  <a:cubicBezTo>
                    <a:pt x="0" y="842"/>
                    <a:pt x="24" y="985"/>
                    <a:pt x="119" y="1068"/>
                  </a:cubicBezTo>
                  <a:lnTo>
                    <a:pt x="1084" y="2009"/>
                  </a:lnTo>
                  <a:lnTo>
                    <a:pt x="1369" y="3223"/>
                  </a:lnTo>
                  <a:cubicBezTo>
                    <a:pt x="1393" y="3342"/>
                    <a:pt x="1488" y="3450"/>
                    <a:pt x="1619" y="3497"/>
                  </a:cubicBezTo>
                  <a:cubicBezTo>
                    <a:pt x="1655" y="3509"/>
                    <a:pt x="1679" y="3509"/>
                    <a:pt x="1726" y="3509"/>
                  </a:cubicBezTo>
                  <a:cubicBezTo>
                    <a:pt x="1810" y="3509"/>
                    <a:pt x="1905" y="3473"/>
                    <a:pt x="1976" y="3402"/>
                  </a:cubicBezTo>
                  <a:lnTo>
                    <a:pt x="3441" y="1949"/>
                  </a:lnTo>
                  <a:cubicBezTo>
                    <a:pt x="3512" y="1842"/>
                    <a:pt x="3536" y="1711"/>
                    <a:pt x="3512" y="1592"/>
                  </a:cubicBezTo>
                  <a:cubicBezTo>
                    <a:pt x="3477" y="1473"/>
                    <a:pt x="3381" y="1366"/>
                    <a:pt x="3239" y="1342"/>
                  </a:cubicBezTo>
                  <a:lnTo>
                    <a:pt x="2441" y="1152"/>
                  </a:lnTo>
                  <a:lnTo>
                    <a:pt x="2584" y="425"/>
                  </a:lnTo>
                  <a:cubicBezTo>
                    <a:pt x="2619" y="306"/>
                    <a:pt x="2572" y="187"/>
                    <a:pt x="2488" y="104"/>
                  </a:cubicBezTo>
                  <a:cubicBezTo>
                    <a:pt x="2416" y="31"/>
                    <a:pt x="2329" y="0"/>
                    <a:pt x="2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52"/>
            <p:cNvSpPr/>
            <p:nvPr/>
          </p:nvSpPr>
          <p:spPr>
            <a:xfrm>
              <a:off x="2937051" y="4499791"/>
              <a:ext cx="14439" cy="11386"/>
            </a:xfrm>
            <a:custGeom>
              <a:rect b="b" l="l" r="r" t="t"/>
              <a:pathLst>
                <a:path extrusionOk="0" h="358" w="454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96" y="358"/>
                    <a:pt x="179" y="358"/>
                  </a:cubicBezTo>
                  <a:lnTo>
                    <a:pt x="274" y="358"/>
                  </a:lnTo>
                  <a:cubicBezTo>
                    <a:pt x="370" y="358"/>
                    <a:pt x="453" y="286"/>
                    <a:pt x="453" y="179"/>
                  </a:cubicBezTo>
                  <a:cubicBezTo>
                    <a:pt x="453" y="72"/>
                    <a:pt x="370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52"/>
            <p:cNvSpPr/>
            <p:nvPr/>
          </p:nvSpPr>
          <p:spPr>
            <a:xfrm>
              <a:off x="2953717" y="4499791"/>
              <a:ext cx="30310" cy="11386"/>
            </a:xfrm>
            <a:custGeom>
              <a:rect b="b" l="l" r="r" t="t"/>
              <a:pathLst>
                <a:path extrusionOk="0" h="358" w="953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774" y="358"/>
                  </a:lnTo>
                  <a:cubicBezTo>
                    <a:pt x="882" y="358"/>
                    <a:pt x="953" y="286"/>
                    <a:pt x="953" y="179"/>
                  </a:cubicBezTo>
                  <a:cubicBezTo>
                    <a:pt x="953" y="96"/>
                    <a:pt x="858" y="0"/>
                    <a:pt x="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2"/>
            <p:cNvSpPr/>
            <p:nvPr/>
          </p:nvSpPr>
          <p:spPr>
            <a:xfrm>
              <a:off x="2937051" y="4514930"/>
              <a:ext cx="46976" cy="11386"/>
            </a:xfrm>
            <a:custGeom>
              <a:rect b="b" l="l" r="r" t="t"/>
              <a:pathLst>
                <a:path extrusionOk="0" h="358" w="1477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1298" y="358"/>
                  </a:lnTo>
                  <a:cubicBezTo>
                    <a:pt x="1406" y="358"/>
                    <a:pt x="1477" y="286"/>
                    <a:pt x="1477" y="179"/>
                  </a:cubicBezTo>
                  <a:cubicBezTo>
                    <a:pt x="1477" y="84"/>
                    <a:pt x="1382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2"/>
            <p:cNvSpPr/>
            <p:nvPr/>
          </p:nvSpPr>
          <p:spPr>
            <a:xfrm>
              <a:off x="2937051" y="4529719"/>
              <a:ext cx="46976" cy="11386"/>
            </a:xfrm>
            <a:custGeom>
              <a:rect b="b" l="l" r="r" t="t"/>
              <a:pathLst>
                <a:path extrusionOk="0" h="358" w="1477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298" y="357"/>
                  </a:lnTo>
                  <a:cubicBezTo>
                    <a:pt x="1406" y="357"/>
                    <a:pt x="1477" y="286"/>
                    <a:pt x="1477" y="179"/>
                  </a:cubicBezTo>
                  <a:cubicBezTo>
                    <a:pt x="1477" y="71"/>
                    <a:pt x="1382" y="0"/>
                    <a:pt x="12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52"/>
            <p:cNvSpPr/>
            <p:nvPr/>
          </p:nvSpPr>
          <p:spPr>
            <a:xfrm>
              <a:off x="3213881" y="4343787"/>
              <a:ext cx="11386" cy="126488"/>
            </a:xfrm>
            <a:custGeom>
              <a:rect b="b" l="l" r="r" t="t"/>
              <a:pathLst>
                <a:path extrusionOk="0" h="3977" w="358">
                  <a:moveTo>
                    <a:pt x="179" y="0"/>
                  </a:moveTo>
                  <a:cubicBezTo>
                    <a:pt x="83" y="0"/>
                    <a:pt x="0" y="83"/>
                    <a:pt x="0" y="179"/>
                  </a:cubicBezTo>
                  <a:lnTo>
                    <a:pt x="0" y="3798"/>
                  </a:lnTo>
                  <a:cubicBezTo>
                    <a:pt x="0" y="3893"/>
                    <a:pt x="83" y="3977"/>
                    <a:pt x="179" y="3977"/>
                  </a:cubicBezTo>
                  <a:cubicBezTo>
                    <a:pt x="286" y="3977"/>
                    <a:pt x="357" y="3893"/>
                    <a:pt x="357" y="3798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4" name="Google Shape;354;p52"/>
          <p:cNvSpPr txBox="1"/>
          <p:nvPr>
            <p:ph idx="9" type="ctrTitle"/>
          </p:nvPr>
        </p:nvSpPr>
        <p:spPr>
          <a:xfrm>
            <a:off x="2245100" y="3070136"/>
            <a:ext cx="1881300" cy="5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Aplicación rigurosa de gestión de riesgos</a:t>
            </a:r>
            <a:endParaRPr sz="1200"/>
          </a:p>
        </p:txBody>
      </p:sp>
      <p:sp>
        <p:nvSpPr>
          <p:cNvPr id="355" name="Google Shape;355;p52"/>
          <p:cNvSpPr txBox="1"/>
          <p:nvPr>
            <p:ph idx="13" type="subTitle"/>
          </p:nvPr>
        </p:nvSpPr>
        <p:spPr>
          <a:xfrm>
            <a:off x="2139050" y="3570288"/>
            <a:ext cx="20934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Debieron establecer un plan de gestión de riesgos desde </a:t>
            </a:r>
            <a:r>
              <a:rPr lang="es-419"/>
              <a:t>el día uno</a:t>
            </a:r>
            <a:r>
              <a:rPr lang="es-419"/>
              <a:t>, incluyendo mitigaciones para los diferentes riesgos identificados</a:t>
            </a:r>
            <a:endParaRPr/>
          </a:p>
        </p:txBody>
      </p:sp>
      <p:sp>
        <p:nvSpPr>
          <p:cNvPr id="356" name="Google Shape;356;p52"/>
          <p:cNvSpPr txBox="1"/>
          <p:nvPr>
            <p:ph idx="14" type="ctrTitle"/>
          </p:nvPr>
        </p:nvSpPr>
        <p:spPr>
          <a:xfrm>
            <a:off x="4286325" y="3030738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Diseño colaborativo entre arquitectura física y sistema</a:t>
            </a:r>
            <a:endParaRPr sz="1200"/>
          </a:p>
        </p:txBody>
      </p:sp>
      <p:sp>
        <p:nvSpPr>
          <p:cNvPr id="357" name="Google Shape;357;p52"/>
          <p:cNvSpPr txBox="1"/>
          <p:nvPr>
            <p:ph idx="15" type="subTitle"/>
          </p:nvPr>
        </p:nvSpPr>
        <p:spPr>
          <a:xfrm>
            <a:off x="4311175" y="3624513"/>
            <a:ext cx="18228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diseño del edificio y el del sistema de equipaje debieron trabajarse como un sistema integrado</a:t>
            </a:r>
            <a:endParaRPr/>
          </a:p>
        </p:txBody>
      </p:sp>
      <p:sp>
        <p:nvSpPr>
          <p:cNvPr id="358" name="Google Shape;358;p52"/>
          <p:cNvSpPr txBox="1"/>
          <p:nvPr>
            <p:ph idx="5" type="subTitle"/>
          </p:nvPr>
        </p:nvSpPr>
        <p:spPr>
          <a:xfrm>
            <a:off x="6042100" y="1497163"/>
            <a:ext cx="1648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Las aerolíneas deberían haber sido incluídas en la planeación desde el inicio y su participación debería haber sido continua</a:t>
            </a:r>
            <a:endParaRPr/>
          </a:p>
        </p:txBody>
      </p:sp>
      <p:sp>
        <p:nvSpPr>
          <p:cNvPr id="359" name="Google Shape;359;p52"/>
          <p:cNvSpPr txBox="1"/>
          <p:nvPr>
            <p:ph idx="4" type="ctrTitle"/>
          </p:nvPr>
        </p:nvSpPr>
        <p:spPr>
          <a:xfrm>
            <a:off x="5808988" y="1080610"/>
            <a:ext cx="1881300" cy="4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Gestión activa de stakeholders</a:t>
            </a:r>
            <a:endParaRPr sz="1200"/>
          </a:p>
        </p:txBody>
      </p:sp>
      <p:sp>
        <p:nvSpPr>
          <p:cNvPr id="360" name="Google Shape;360;p52"/>
          <p:cNvSpPr/>
          <p:nvPr/>
        </p:nvSpPr>
        <p:spPr>
          <a:xfrm>
            <a:off x="7093975" y="514338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2"/>
          <p:cNvSpPr/>
          <p:nvPr/>
        </p:nvSpPr>
        <p:spPr>
          <a:xfrm>
            <a:off x="7093975" y="2571738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2"/>
          <p:cNvSpPr txBox="1"/>
          <p:nvPr>
            <p:ph idx="14" type="ctrTitle"/>
          </p:nvPr>
        </p:nvSpPr>
        <p:spPr>
          <a:xfrm>
            <a:off x="6084249" y="3030738"/>
            <a:ext cx="15639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Auditorías técnicas externas periódicas</a:t>
            </a:r>
            <a:endParaRPr sz="1200"/>
          </a:p>
        </p:txBody>
      </p:sp>
      <p:sp>
        <p:nvSpPr>
          <p:cNvPr id="363" name="Google Shape;363;p52"/>
          <p:cNvSpPr txBox="1"/>
          <p:nvPr>
            <p:ph idx="15" type="subTitle"/>
          </p:nvPr>
        </p:nvSpPr>
        <p:spPr>
          <a:xfrm>
            <a:off x="6084262" y="3624513"/>
            <a:ext cx="1563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Contar con consultores independientes habría permitido identificar desviaciones en etapas tempranas</a:t>
            </a:r>
            <a:endParaRPr/>
          </a:p>
        </p:txBody>
      </p:sp>
      <p:grpSp>
        <p:nvGrpSpPr>
          <p:cNvPr id="364" name="Google Shape;364;p52"/>
          <p:cNvGrpSpPr/>
          <p:nvPr/>
        </p:nvGrpSpPr>
        <p:grpSpPr>
          <a:xfrm>
            <a:off x="2997154" y="562893"/>
            <a:ext cx="365725" cy="361900"/>
            <a:chOff x="5504000" y="3563425"/>
            <a:chExt cx="365725" cy="361900"/>
          </a:xfrm>
        </p:grpSpPr>
        <p:sp>
          <p:nvSpPr>
            <p:cNvPr id="365" name="Google Shape;365;p52"/>
            <p:cNvSpPr/>
            <p:nvPr/>
          </p:nvSpPr>
          <p:spPr>
            <a:xfrm>
              <a:off x="5564950" y="3631200"/>
              <a:ext cx="243050" cy="227000"/>
            </a:xfrm>
            <a:custGeom>
              <a:rect b="b" l="l" r="r" t="t"/>
              <a:pathLst>
                <a:path extrusionOk="0" h="9080" w="9722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2"/>
            <p:cNvSpPr/>
            <p:nvPr/>
          </p:nvSpPr>
          <p:spPr>
            <a:xfrm>
              <a:off x="5544875" y="3839250"/>
              <a:ext cx="49400" cy="46725"/>
            </a:xfrm>
            <a:custGeom>
              <a:rect b="b" l="l" r="r" t="t"/>
              <a:pathLst>
                <a:path extrusionOk="0" h="1869" w="1976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52"/>
            <p:cNvSpPr/>
            <p:nvPr/>
          </p:nvSpPr>
          <p:spPr>
            <a:xfrm>
              <a:off x="5780200" y="3838500"/>
              <a:ext cx="47875" cy="47475"/>
            </a:xfrm>
            <a:custGeom>
              <a:rect b="b" l="l" r="r" t="t"/>
              <a:pathLst>
                <a:path extrusionOk="0" h="1899" w="1915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52"/>
            <p:cNvSpPr/>
            <p:nvPr/>
          </p:nvSpPr>
          <p:spPr>
            <a:xfrm>
              <a:off x="5781750" y="3602000"/>
              <a:ext cx="47075" cy="46725"/>
            </a:xfrm>
            <a:custGeom>
              <a:rect b="b" l="l" r="r" t="t"/>
              <a:pathLst>
                <a:path extrusionOk="0" h="1869" w="1883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2"/>
            <p:cNvSpPr/>
            <p:nvPr/>
          </p:nvSpPr>
          <p:spPr>
            <a:xfrm>
              <a:off x="5544875" y="3602775"/>
              <a:ext cx="46325" cy="45175"/>
            </a:xfrm>
            <a:custGeom>
              <a:rect b="b" l="l" r="r" t="t"/>
              <a:pathLst>
                <a:path extrusionOk="0" h="1807" w="1853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2"/>
            <p:cNvSpPr/>
            <p:nvPr/>
          </p:nvSpPr>
          <p:spPr>
            <a:xfrm>
              <a:off x="5504000" y="3563425"/>
              <a:ext cx="365725" cy="361900"/>
            </a:xfrm>
            <a:custGeom>
              <a:rect b="b" l="l" r="r" t="t"/>
              <a:pathLst>
                <a:path extrusionOk="0" h="14476" w="14629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52"/>
          <p:cNvGrpSpPr/>
          <p:nvPr/>
        </p:nvGrpSpPr>
        <p:grpSpPr>
          <a:xfrm>
            <a:off x="4999029" y="568722"/>
            <a:ext cx="387323" cy="350226"/>
            <a:chOff x="6157629" y="4359497"/>
            <a:chExt cx="542925" cy="490925"/>
          </a:xfrm>
        </p:grpSpPr>
        <p:sp>
          <p:nvSpPr>
            <p:cNvPr id="372" name="Google Shape;372;p52"/>
            <p:cNvSpPr/>
            <p:nvPr/>
          </p:nvSpPr>
          <p:spPr>
            <a:xfrm>
              <a:off x="6157629" y="4553599"/>
              <a:ext cx="542925" cy="296823"/>
            </a:xfrm>
            <a:custGeom>
              <a:rect b="b" l="l" r="r" t="t"/>
              <a:pathLst>
                <a:path extrusionOk="0" h="296823" w="542925">
                  <a:moveTo>
                    <a:pt x="534956" y="280887"/>
                  </a:moveTo>
                  <a:lnTo>
                    <a:pt x="498333" y="280887"/>
                  </a:lnTo>
                  <a:lnTo>
                    <a:pt x="498333" y="131765"/>
                  </a:lnTo>
                  <a:cubicBezTo>
                    <a:pt x="498333" y="127364"/>
                    <a:pt x="494765" y="123796"/>
                    <a:pt x="490364" y="123796"/>
                  </a:cubicBezTo>
                  <a:cubicBezTo>
                    <a:pt x="485964" y="123796"/>
                    <a:pt x="482396" y="127364"/>
                    <a:pt x="482396" y="131765"/>
                  </a:cubicBezTo>
                  <a:lnTo>
                    <a:pt x="482396" y="280887"/>
                  </a:lnTo>
                  <a:lnTo>
                    <a:pt x="420334" y="280887"/>
                  </a:lnTo>
                  <a:lnTo>
                    <a:pt x="420334" y="18593"/>
                  </a:lnTo>
                  <a:cubicBezTo>
                    <a:pt x="420334" y="17129"/>
                    <a:pt x="421526" y="15937"/>
                    <a:pt x="422991" y="15937"/>
                  </a:cubicBezTo>
                  <a:lnTo>
                    <a:pt x="479740" y="15937"/>
                  </a:lnTo>
                  <a:cubicBezTo>
                    <a:pt x="481204" y="15937"/>
                    <a:pt x="482396" y="17129"/>
                    <a:pt x="482396" y="18593"/>
                  </a:cubicBezTo>
                  <a:lnTo>
                    <a:pt x="482396" y="99891"/>
                  </a:lnTo>
                  <a:cubicBezTo>
                    <a:pt x="482396" y="104292"/>
                    <a:pt x="485964" y="107859"/>
                    <a:pt x="490364" y="107859"/>
                  </a:cubicBezTo>
                  <a:cubicBezTo>
                    <a:pt x="494765" y="107859"/>
                    <a:pt x="498333" y="104292"/>
                    <a:pt x="498333" y="99891"/>
                  </a:cubicBezTo>
                  <a:lnTo>
                    <a:pt x="498333" y="18593"/>
                  </a:lnTo>
                  <a:cubicBezTo>
                    <a:pt x="498333" y="8341"/>
                    <a:pt x="489992" y="0"/>
                    <a:pt x="479740" y="0"/>
                  </a:cubicBezTo>
                  <a:lnTo>
                    <a:pt x="422991" y="0"/>
                  </a:lnTo>
                  <a:cubicBezTo>
                    <a:pt x="412739" y="0"/>
                    <a:pt x="404397" y="8341"/>
                    <a:pt x="404397" y="18593"/>
                  </a:cubicBezTo>
                  <a:lnTo>
                    <a:pt x="404397" y="280888"/>
                  </a:lnTo>
                  <a:lnTo>
                    <a:pt x="378397" y="280888"/>
                  </a:lnTo>
                  <a:lnTo>
                    <a:pt x="378397" y="76585"/>
                  </a:lnTo>
                  <a:cubicBezTo>
                    <a:pt x="378397" y="66334"/>
                    <a:pt x="370056" y="57992"/>
                    <a:pt x="359804" y="57992"/>
                  </a:cubicBezTo>
                  <a:lnTo>
                    <a:pt x="303055" y="57992"/>
                  </a:lnTo>
                  <a:cubicBezTo>
                    <a:pt x="292802" y="57992"/>
                    <a:pt x="284462" y="66334"/>
                    <a:pt x="284462" y="76585"/>
                  </a:cubicBezTo>
                  <a:lnTo>
                    <a:pt x="284462" y="280888"/>
                  </a:lnTo>
                  <a:lnTo>
                    <a:pt x="258462" y="280888"/>
                  </a:lnTo>
                  <a:lnTo>
                    <a:pt x="258462" y="134577"/>
                  </a:lnTo>
                  <a:cubicBezTo>
                    <a:pt x="258462" y="124326"/>
                    <a:pt x="250122" y="115984"/>
                    <a:pt x="239869" y="115984"/>
                  </a:cubicBezTo>
                  <a:lnTo>
                    <a:pt x="183120" y="115984"/>
                  </a:lnTo>
                  <a:cubicBezTo>
                    <a:pt x="172868" y="115984"/>
                    <a:pt x="164526" y="124326"/>
                    <a:pt x="164526" y="134577"/>
                  </a:cubicBezTo>
                  <a:lnTo>
                    <a:pt x="164526" y="204257"/>
                  </a:lnTo>
                  <a:cubicBezTo>
                    <a:pt x="164526" y="208657"/>
                    <a:pt x="168094" y="212225"/>
                    <a:pt x="172495" y="212225"/>
                  </a:cubicBezTo>
                  <a:cubicBezTo>
                    <a:pt x="176896" y="212225"/>
                    <a:pt x="180464" y="208657"/>
                    <a:pt x="180464" y="204257"/>
                  </a:cubicBezTo>
                  <a:lnTo>
                    <a:pt x="180464" y="134577"/>
                  </a:lnTo>
                  <a:cubicBezTo>
                    <a:pt x="180464" y="133112"/>
                    <a:pt x="181656" y="131921"/>
                    <a:pt x="183120" y="131921"/>
                  </a:cubicBezTo>
                  <a:lnTo>
                    <a:pt x="239869" y="131921"/>
                  </a:lnTo>
                  <a:cubicBezTo>
                    <a:pt x="241334" y="131921"/>
                    <a:pt x="242525" y="133112"/>
                    <a:pt x="242525" y="134577"/>
                  </a:cubicBezTo>
                  <a:lnTo>
                    <a:pt x="242525" y="280887"/>
                  </a:lnTo>
                  <a:lnTo>
                    <a:pt x="180464" y="280887"/>
                  </a:lnTo>
                  <a:lnTo>
                    <a:pt x="180464" y="236131"/>
                  </a:lnTo>
                  <a:cubicBezTo>
                    <a:pt x="180464" y="231730"/>
                    <a:pt x="176896" y="228162"/>
                    <a:pt x="172495" y="228162"/>
                  </a:cubicBezTo>
                  <a:cubicBezTo>
                    <a:pt x="168094" y="228162"/>
                    <a:pt x="164526" y="231730"/>
                    <a:pt x="164526" y="236131"/>
                  </a:cubicBezTo>
                  <a:lnTo>
                    <a:pt x="164526" y="280887"/>
                  </a:lnTo>
                  <a:lnTo>
                    <a:pt x="138527" y="280887"/>
                  </a:lnTo>
                  <a:lnTo>
                    <a:pt x="138527" y="192569"/>
                  </a:lnTo>
                  <a:cubicBezTo>
                    <a:pt x="138527" y="182318"/>
                    <a:pt x="130186" y="173976"/>
                    <a:pt x="119933" y="173976"/>
                  </a:cubicBezTo>
                  <a:lnTo>
                    <a:pt x="63185" y="173976"/>
                  </a:lnTo>
                  <a:cubicBezTo>
                    <a:pt x="52934" y="173976"/>
                    <a:pt x="44592" y="182318"/>
                    <a:pt x="44592" y="192569"/>
                  </a:cubicBezTo>
                  <a:lnTo>
                    <a:pt x="44592" y="280887"/>
                  </a:lnTo>
                  <a:lnTo>
                    <a:pt x="7969" y="280887"/>
                  </a:lnTo>
                  <a:cubicBezTo>
                    <a:pt x="3568" y="280887"/>
                    <a:pt x="0" y="284454"/>
                    <a:pt x="0" y="288855"/>
                  </a:cubicBezTo>
                  <a:cubicBezTo>
                    <a:pt x="0" y="293256"/>
                    <a:pt x="3568" y="296824"/>
                    <a:pt x="7969" y="296824"/>
                  </a:cubicBezTo>
                  <a:lnTo>
                    <a:pt x="534956" y="296824"/>
                  </a:lnTo>
                  <a:cubicBezTo>
                    <a:pt x="539357" y="296824"/>
                    <a:pt x="542925" y="293256"/>
                    <a:pt x="542925" y="288855"/>
                  </a:cubicBezTo>
                  <a:cubicBezTo>
                    <a:pt x="542925" y="284454"/>
                    <a:pt x="539357" y="280887"/>
                    <a:pt x="534956" y="280887"/>
                  </a:cubicBezTo>
                  <a:close/>
                  <a:moveTo>
                    <a:pt x="300399" y="76585"/>
                  </a:moveTo>
                  <a:cubicBezTo>
                    <a:pt x="300399" y="75121"/>
                    <a:pt x="301591" y="73929"/>
                    <a:pt x="303055" y="73929"/>
                  </a:cubicBezTo>
                  <a:lnTo>
                    <a:pt x="359804" y="73929"/>
                  </a:lnTo>
                  <a:cubicBezTo>
                    <a:pt x="361268" y="73929"/>
                    <a:pt x="362460" y="75121"/>
                    <a:pt x="362460" y="76585"/>
                  </a:cubicBezTo>
                  <a:lnTo>
                    <a:pt x="362460" y="280888"/>
                  </a:lnTo>
                  <a:lnTo>
                    <a:pt x="300399" y="280888"/>
                  </a:lnTo>
                  <a:close/>
                  <a:moveTo>
                    <a:pt x="60529" y="192569"/>
                  </a:moveTo>
                  <a:cubicBezTo>
                    <a:pt x="60529" y="191105"/>
                    <a:pt x="61721" y="189913"/>
                    <a:pt x="63185" y="189913"/>
                  </a:cubicBezTo>
                  <a:lnTo>
                    <a:pt x="119934" y="189913"/>
                  </a:lnTo>
                  <a:cubicBezTo>
                    <a:pt x="121400" y="189913"/>
                    <a:pt x="122591" y="191105"/>
                    <a:pt x="122591" y="192569"/>
                  </a:cubicBezTo>
                  <a:lnTo>
                    <a:pt x="122591" y="280887"/>
                  </a:lnTo>
                  <a:lnTo>
                    <a:pt x="60529" y="2808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52"/>
            <p:cNvSpPr/>
            <p:nvPr/>
          </p:nvSpPr>
          <p:spPr>
            <a:xfrm>
              <a:off x="6224866" y="4359497"/>
              <a:ext cx="389350" cy="272947"/>
            </a:xfrm>
            <a:custGeom>
              <a:rect b="b" l="l" r="r" t="t"/>
              <a:pathLst>
                <a:path extrusionOk="0" h="272947" w="389350">
                  <a:moveTo>
                    <a:pt x="17855" y="272948"/>
                  </a:moveTo>
                  <a:cubicBezTo>
                    <a:pt x="18292" y="272948"/>
                    <a:pt x="18733" y="272932"/>
                    <a:pt x="19175" y="272902"/>
                  </a:cubicBezTo>
                  <a:cubicBezTo>
                    <a:pt x="77943" y="268820"/>
                    <a:pt x="133205" y="255995"/>
                    <a:pt x="183430" y="234782"/>
                  </a:cubicBezTo>
                  <a:cubicBezTo>
                    <a:pt x="251058" y="206219"/>
                    <a:pt x="307045" y="163163"/>
                    <a:pt x="349950" y="106744"/>
                  </a:cubicBezTo>
                  <a:lnTo>
                    <a:pt x="376808" y="125419"/>
                  </a:lnTo>
                  <a:cubicBezTo>
                    <a:pt x="382099" y="129364"/>
                    <a:pt x="390161" y="124622"/>
                    <a:pt x="389285" y="118080"/>
                  </a:cubicBezTo>
                  <a:lnTo>
                    <a:pt x="378154" y="7192"/>
                  </a:lnTo>
                  <a:cubicBezTo>
                    <a:pt x="377791" y="2456"/>
                    <a:pt x="372784" y="-1028"/>
                    <a:pt x="368216" y="276"/>
                  </a:cubicBezTo>
                  <a:lnTo>
                    <a:pt x="260292" y="28385"/>
                  </a:lnTo>
                  <a:cubicBezTo>
                    <a:pt x="253849" y="29838"/>
                    <a:pt x="252209" y="39050"/>
                    <a:pt x="257751" y="42639"/>
                  </a:cubicBezTo>
                  <a:lnTo>
                    <a:pt x="284853" y="61483"/>
                  </a:lnTo>
                  <a:cubicBezTo>
                    <a:pt x="279461" y="69955"/>
                    <a:pt x="267581" y="86754"/>
                    <a:pt x="246866" y="107302"/>
                  </a:cubicBezTo>
                  <a:cubicBezTo>
                    <a:pt x="243741" y="110403"/>
                    <a:pt x="243721" y="115447"/>
                    <a:pt x="246820" y="118571"/>
                  </a:cubicBezTo>
                  <a:cubicBezTo>
                    <a:pt x="249919" y="121696"/>
                    <a:pt x="254965" y="121716"/>
                    <a:pt x="258089" y="118617"/>
                  </a:cubicBezTo>
                  <a:cubicBezTo>
                    <a:pt x="290023" y="86939"/>
                    <a:pt x="302080" y="63777"/>
                    <a:pt x="302578" y="62807"/>
                  </a:cubicBezTo>
                  <a:cubicBezTo>
                    <a:pt x="304398" y="59256"/>
                    <a:pt x="303312" y="54906"/>
                    <a:pt x="300036" y="52628"/>
                  </a:cubicBezTo>
                  <a:lnTo>
                    <a:pt x="281071" y="39442"/>
                  </a:lnTo>
                  <a:lnTo>
                    <a:pt x="363227" y="18045"/>
                  </a:lnTo>
                  <a:lnTo>
                    <a:pt x="371701" y="102455"/>
                  </a:lnTo>
                  <a:lnTo>
                    <a:pt x="352720" y="89258"/>
                  </a:lnTo>
                  <a:cubicBezTo>
                    <a:pt x="349165" y="86787"/>
                    <a:pt x="344292" y="87605"/>
                    <a:pt x="341737" y="91098"/>
                  </a:cubicBezTo>
                  <a:cubicBezTo>
                    <a:pt x="299984" y="148228"/>
                    <a:pt x="244634" y="191631"/>
                    <a:pt x="177229" y="220100"/>
                  </a:cubicBezTo>
                  <a:cubicBezTo>
                    <a:pt x="116692" y="245667"/>
                    <a:pt x="57265" y="254279"/>
                    <a:pt x="18072" y="257002"/>
                  </a:cubicBezTo>
                  <a:cubicBezTo>
                    <a:pt x="15783" y="257588"/>
                    <a:pt x="15089" y="253384"/>
                    <a:pt x="17369" y="253140"/>
                  </a:cubicBezTo>
                  <a:cubicBezTo>
                    <a:pt x="104678" y="226196"/>
                    <a:pt x="177592" y="188319"/>
                    <a:pt x="234087" y="140561"/>
                  </a:cubicBezTo>
                  <a:cubicBezTo>
                    <a:pt x="237449" y="137720"/>
                    <a:pt x="237870" y="132692"/>
                    <a:pt x="235029" y="129332"/>
                  </a:cubicBezTo>
                  <a:cubicBezTo>
                    <a:pt x="232189" y="125971"/>
                    <a:pt x="227159" y="125548"/>
                    <a:pt x="223799" y="128390"/>
                  </a:cubicBezTo>
                  <a:cubicBezTo>
                    <a:pt x="168952" y="174756"/>
                    <a:pt x="97918" y="211603"/>
                    <a:pt x="12671" y="237911"/>
                  </a:cubicBezTo>
                  <a:cubicBezTo>
                    <a:pt x="3818" y="240643"/>
                    <a:pt x="-1376" y="249229"/>
                    <a:pt x="319" y="258326"/>
                  </a:cubicBezTo>
                  <a:cubicBezTo>
                    <a:pt x="1931" y="266976"/>
                    <a:pt x="9195" y="272948"/>
                    <a:pt x="17855" y="2729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52"/>
          <p:cNvGrpSpPr/>
          <p:nvPr/>
        </p:nvGrpSpPr>
        <p:grpSpPr>
          <a:xfrm>
            <a:off x="7149595" y="570215"/>
            <a:ext cx="347745" cy="347236"/>
            <a:chOff x="2852737" y="176195"/>
            <a:chExt cx="6487776" cy="6502543"/>
          </a:xfrm>
        </p:grpSpPr>
        <p:sp>
          <p:nvSpPr>
            <p:cNvPr id="375" name="Google Shape;375;p52"/>
            <p:cNvSpPr/>
            <p:nvPr/>
          </p:nvSpPr>
          <p:spPr>
            <a:xfrm>
              <a:off x="4581429" y="2174080"/>
              <a:ext cx="1058132" cy="1331690"/>
            </a:xfrm>
            <a:custGeom>
              <a:rect b="b" l="l" r="r" t="t"/>
              <a:pathLst>
                <a:path extrusionOk="0" h="1331690" w="1058132">
                  <a:moveTo>
                    <a:pt x="962882" y="933545"/>
                  </a:moveTo>
                  <a:lnTo>
                    <a:pt x="962882" y="933545"/>
                  </a:lnTo>
                  <a:lnTo>
                    <a:pt x="589978" y="933736"/>
                  </a:lnTo>
                  <a:cubicBezTo>
                    <a:pt x="559880" y="843344"/>
                    <a:pt x="488347" y="771811"/>
                    <a:pt x="397955" y="741712"/>
                  </a:cubicBezTo>
                  <a:lnTo>
                    <a:pt x="397955" y="95250"/>
                  </a:lnTo>
                  <a:cubicBezTo>
                    <a:pt x="397955" y="42672"/>
                    <a:pt x="355282" y="0"/>
                    <a:pt x="302705" y="0"/>
                  </a:cubicBezTo>
                  <a:cubicBezTo>
                    <a:pt x="250126" y="0"/>
                    <a:pt x="207454" y="42672"/>
                    <a:pt x="207454" y="95250"/>
                  </a:cubicBezTo>
                  <a:lnTo>
                    <a:pt x="207454" y="741712"/>
                  </a:lnTo>
                  <a:cubicBezTo>
                    <a:pt x="87058" y="781717"/>
                    <a:pt x="0" y="895350"/>
                    <a:pt x="0" y="1028986"/>
                  </a:cubicBezTo>
                  <a:cubicBezTo>
                    <a:pt x="0" y="1195959"/>
                    <a:pt x="135826" y="1331690"/>
                    <a:pt x="302705" y="1331690"/>
                  </a:cubicBezTo>
                  <a:cubicBezTo>
                    <a:pt x="436340" y="1331690"/>
                    <a:pt x="549973" y="1244537"/>
                    <a:pt x="589978" y="1124140"/>
                  </a:cubicBezTo>
                  <a:lnTo>
                    <a:pt x="962882" y="1123950"/>
                  </a:lnTo>
                  <a:cubicBezTo>
                    <a:pt x="1015460" y="1123950"/>
                    <a:pt x="1058132" y="1081278"/>
                    <a:pt x="1058132" y="1028700"/>
                  </a:cubicBezTo>
                  <a:cubicBezTo>
                    <a:pt x="1058132" y="976122"/>
                    <a:pt x="1015460" y="933450"/>
                    <a:pt x="962882" y="933450"/>
                  </a:cubicBezTo>
                  <a:close/>
                  <a:moveTo>
                    <a:pt x="302705" y="1141190"/>
                  </a:moveTo>
                  <a:cubicBezTo>
                    <a:pt x="240792" y="1141190"/>
                    <a:pt x="190500" y="1090803"/>
                    <a:pt x="190500" y="1028986"/>
                  </a:cubicBezTo>
                  <a:cubicBezTo>
                    <a:pt x="190500" y="967169"/>
                    <a:pt x="240792" y="916781"/>
                    <a:pt x="302705" y="916781"/>
                  </a:cubicBezTo>
                  <a:cubicBezTo>
                    <a:pt x="302705" y="916781"/>
                    <a:pt x="302705" y="916781"/>
                    <a:pt x="302705" y="916781"/>
                  </a:cubicBezTo>
                  <a:cubicBezTo>
                    <a:pt x="302705" y="916781"/>
                    <a:pt x="302705" y="916781"/>
                    <a:pt x="302705" y="916781"/>
                  </a:cubicBezTo>
                  <a:cubicBezTo>
                    <a:pt x="364522" y="916781"/>
                    <a:pt x="414909" y="967169"/>
                    <a:pt x="414909" y="1028986"/>
                  </a:cubicBezTo>
                  <a:cubicBezTo>
                    <a:pt x="414909" y="1090803"/>
                    <a:pt x="364522" y="1141190"/>
                    <a:pt x="302705" y="1141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2"/>
            <p:cNvSpPr/>
            <p:nvPr/>
          </p:nvSpPr>
          <p:spPr>
            <a:xfrm>
              <a:off x="2852737" y="363759"/>
              <a:ext cx="4050183" cy="4870608"/>
            </a:xfrm>
            <a:custGeom>
              <a:rect b="b" l="l" r="r" t="t"/>
              <a:pathLst>
                <a:path extrusionOk="0" h="4870608" w="4050183">
                  <a:moveTo>
                    <a:pt x="4049363" y="3073241"/>
                  </a:moveTo>
                  <a:cubicBezTo>
                    <a:pt x="4055364" y="3020949"/>
                    <a:pt x="4017836" y="2973705"/>
                    <a:pt x="3965639" y="2967800"/>
                  </a:cubicBezTo>
                  <a:cubicBezTo>
                    <a:pt x="3913251" y="2961799"/>
                    <a:pt x="3866103" y="2999327"/>
                    <a:pt x="3860197" y="3051620"/>
                  </a:cubicBezTo>
                  <a:cubicBezTo>
                    <a:pt x="3753707" y="3980117"/>
                    <a:pt x="2967514" y="4680299"/>
                    <a:pt x="2031397" y="4680299"/>
                  </a:cubicBezTo>
                  <a:cubicBezTo>
                    <a:pt x="1016318" y="4680299"/>
                    <a:pt x="190500" y="3854482"/>
                    <a:pt x="190500" y="2839403"/>
                  </a:cubicBezTo>
                  <a:cubicBezTo>
                    <a:pt x="190500" y="1824323"/>
                    <a:pt x="1016318" y="998506"/>
                    <a:pt x="2031397" y="998506"/>
                  </a:cubicBezTo>
                  <a:cubicBezTo>
                    <a:pt x="2117027" y="998506"/>
                    <a:pt x="2201418" y="1004411"/>
                    <a:pt x="2284095" y="1015746"/>
                  </a:cubicBezTo>
                  <a:cubicBezTo>
                    <a:pt x="2284571" y="1015746"/>
                    <a:pt x="2285048" y="1015937"/>
                    <a:pt x="2285619" y="1015937"/>
                  </a:cubicBezTo>
                  <a:cubicBezTo>
                    <a:pt x="2610326" y="1060799"/>
                    <a:pt x="2909316" y="1190244"/>
                    <a:pt x="3158109" y="1382649"/>
                  </a:cubicBezTo>
                  <a:cubicBezTo>
                    <a:pt x="3163157" y="1387602"/>
                    <a:pt x="3168587" y="1391793"/>
                    <a:pt x="3174302" y="1395317"/>
                  </a:cubicBezTo>
                  <a:cubicBezTo>
                    <a:pt x="3285363" y="1483138"/>
                    <a:pt x="3386138" y="1583627"/>
                    <a:pt x="3474434" y="1694783"/>
                  </a:cubicBezTo>
                  <a:cubicBezTo>
                    <a:pt x="3478340" y="1701356"/>
                    <a:pt x="3483102" y="1707642"/>
                    <a:pt x="3488722" y="1713262"/>
                  </a:cubicBezTo>
                  <a:cubicBezTo>
                    <a:pt x="3488912" y="1713452"/>
                    <a:pt x="3489103" y="1713643"/>
                    <a:pt x="3489389" y="1713833"/>
                  </a:cubicBezTo>
                  <a:cubicBezTo>
                    <a:pt x="3688366" y="1971199"/>
                    <a:pt x="3820954" y="2283809"/>
                    <a:pt x="3860292" y="2627852"/>
                  </a:cubicBezTo>
                  <a:cubicBezTo>
                    <a:pt x="3866293" y="2680145"/>
                    <a:pt x="3913441" y="2717673"/>
                    <a:pt x="3965734" y="2711672"/>
                  </a:cubicBezTo>
                  <a:cubicBezTo>
                    <a:pt x="4018026" y="2705672"/>
                    <a:pt x="4055555" y="2658523"/>
                    <a:pt x="4049554" y="2606231"/>
                  </a:cubicBezTo>
                  <a:cubicBezTo>
                    <a:pt x="4008978" y="2251520"/>
                    <a:pt x="3878580" y="1927003"/>
                    <a:pt x="3682556" y="1654207"/>
                  </a:cubicBezTo>
                  <a:lnTo>
                    <a:pt x="3807619" y="1529144"/>
                  </a:lnTo>
                  <a:cubicBezTo>
                    <a:pt x="3902869" y="1433894"/>
                    <a:pt x="3902869" y="1278827"/>
                    <a:pt x="3807619" y="1183577"/>
                  </a:cubicBezTo>
                  <a:lnTo>
                    <a:pt x="3687223" y="1063181"/>
                  </a:lnTo>
                  <a:cubicBezTo>
                    <a:pt x="3641027" y="1016984"/>
                    <a:pt x="3579686" y="991553"/>
                    <a:pt x="3514439" y="991553"/>
                  </a:cubicBezTo>
                  <a:cubicBezTo>
                    <a:pt x="3449193" y="991553"/>
                    <a:pt x="3387757" y="1016984"/>
                    <a:pt x="3341656" y="1063181"/>
                  </a:cubicBezTo>
                  <a:lnTo>
                    <a:pt x="3216307" y="1188530"/>
                  </a:lnTo>
                  <a:cubicBezTo>
                    <a:pt x="2974562" y="1015079"/>
                    <a:pt x="2693575" y="893826"/>
                    <a:pt x="2390299" y="839724"/>
                  </a:cubicBezTo>
                  <a:lnTo>
                    <a:pt x="2390299" y="638080"/>
                  </a:lnTo>
                  <a:cubicBezTo>
                    <a:pt x="2500313" y="617696"/>
                    <a:pt x="2583847" y="521113"/>
                    <a:pt x="2583847" y="405289"/>
                  </a:cubicBezTo>
                  <a:lnTo>
                    <a:pt x="2583847" y="236887"/>
                  </a:lnTo>
                  <a:cubicBezTo>
                    <a:pt x="2583847" y="106299"/>
                    <a:pt x="2477548" y="0"/>
                    <a:pt x="2346960" y="0"/>
                  </a:cubicBezTo>
                  <a:lnTo>
                    <a:pt x="1715929" y="0"/>
                  </a:lnTo>
                  <a:cubicBezTo>
                    <a:pt x="1585341" y="0"/>
                    <a:pt x="1479042" y="106299"/>
                    <a:pt x="1479042" y="236887"/>
                  </a:cubicBezTo>
                  <a:lnTo>
                    <a:pt x="1479042" y="405289"/>
                  </a:lnTo>
                  <a:cubicBezTo>
                    <a:pt x="1479042" y="521113"/>
                    <a:pt x="1562576" y="617696"/>
                    <a:pt x="1672590" y="638080"/>
                  </a:cubicBezTo>
                  <a:lnTo>
                    <a:pt x="1672590" y="839438"/>
                  </a:lnTo>
                  <a:cubicBezTo>
                    <a:pt x="1374077" y="892302"/>
                    <a:pt x="1093089" y="1011174"/>
                    <a:pt x="846868" y="1188720"/>
                  </a:cubicBezTo>
                  <a:lnTo>
                    <a:pt x="721233" y="1063085"/>
                  </a:lnTo>
                  <a:cubicBezTo>
                    <a:pt x="675037" y="1016889"/>
                    <a:pt x="613696" y="991457"/>
                    <a:pt x="548450" y="991457"/>
                  </a:cubicBezTo>
                  <a:cubicBezTo>
                    <a:pt x="483203" y="991457"/>
                    <a:pt x="421767" y="1016889"/>
                    <a:pt x="375666" y="1063085"/>
                  </a:cubicBezTo>
                  <a:lnTo>
                    <a:pt x="255270" y="1183481"/>
                  </a:lnTo>
                  <a:cubicBezTo>
                    <a:pt x="209074" y="1229677"/>
                    <a:pt x="183642" y="1291019"/>
                    <a:pt x="183642" y="1356265"/>
                  </a:cubicBezTo>
                  <a:cubicBezTo>
                    <a:pt x="183642" y="1421511"/>
                    <a:pt x="209074" y="1482947"/>
                    <a:pt x="255270" y="1529048"/>
                  </a:cubicBezTo>
                  <a:lnTo>
                    <a:pt x="380905" y="1654683"/>
                  </a:lnTo>
                  <a:cubicBezTo>
                    <a:pt x="133541" y="1997678"/>
                    <a:pt x="0" y="2408206"/>
                    <a:pt x="0" y="2839307"/>
                  </a:cubicBezTo>
                  <a:cubicBezTo>
                    <a:pt x="0" y="3381947"/>
                    <a:pt x="211265" y="3892010"/>
                    <a:pt x="594932" y="4275677"/>
                  </a:cubicBezTo>
                  <a:cubicBezTo>
                    <a:pt x="978599" y="4659344"/>
                    <a:pt x="1488758" y="4870609"/>
                    <a:pt x="2031302" y="4870609"/>
                  </a:cubicBezTo>
                  <a:cubicBezTo>
                    <a:pt x="3064193" y="4870609"/>
                    <a:pt x="3931825" y="4097846"/>
                    <a:pt x="4049363" y="3073146"/>
                  </a:cubicBezTo>
                  <a:close/>
                  <a:moveTo>
                    <a:pt x="3476244" y="1197769"/>
                  </a:moveTo>
                  <a:cubicBezTo>
                    <a:pt x="3486436" y="1187577"/>
                    <a:pt x="3499961" y="1181957"/>
                    <a:pt x="3514344" y="1181957"/>
                  </a:cubicBezTo>
                  <a:cubicBezTo>
                    <a:pt x="3528727" y="1181957"/>
                    <a:pt x="3542253" y="1187577"/>
                    <a:pt x="3552444" y="1197769"/>
                  </a:cubicBezTo>
                  <a:lnTo>
                    <a:pt x="3672840" y="1318165"/>
                  </a:lnTo>
                  <a:cubicBezTo>
                    <a:pt x="3693890" y="1339215"/>
                    <a:pt x="3693890" y="1373315"/>
                    <a:pt x="3672840" y="1394365"/>
                  </a:cubicBezTo>
                  <a:lnTo>
                    <a:pt x="3563303" y="1503902"/>
                  </a:lnTo>
                  <a:cubicBezTo>
                    <a:pt x="3502247" y="1433989"/>
                    <a:pt x="3436525" y="1368266"/>
                    <a:pt x="3366611" y="1307402"/>
                  </a:cubicBezTo>
                  <a:lnTo>
                    <a:pt x="3476339" y="1197673"/>
                  </a:lnTo>
                  <a:close/>
                  <a:moveTo>
                    <a:pt x="1669447" y="236887"/>
                  </a:moveTo>
                  <a:cubicBezTo>
                    <a:pt x="1669447" y="211360"/>
                    <a:pt x="1690211" y="190500"/>
                    <a:pt x="1715834" y="190500"/>
                  </a:cubicBezTo>
                  <a:lnTo>
                    <a:pt x="2346865" y="190500"/>
                  </a:lnTo>
                  <a:cubicBezTo>
                    <a:pt x="2372392" y="190500"/>
                    <a:pt x="2393252" y="211264"/>
                    <a:pt x="2393252" y="236887"/>
                  </a:cubicBezTo>
                  <a:lnTo>
                    <a:pt x="2393252" y="405289"/>
                  </a:lnTo>
                  <a:cubicBezTo>
                    <a:pt x="2393252" y="430816"/>
                    <a:pt x="2372487" y="451676"/>
                    <a:pt x="2346865" y="451676"/>
                  </a:cubicBezTo>
                  <a:lnTo>
                    <a:pt x="2295049" y="451676"/>
                  </a:lnTo>
                  <a:cubicBezTo>
                    <a:pt x="2295049" y="451676"/>
                    <a:pt x="2295049" y="451676"/>
                    <a:pt x="2295049" y="451676"/>
                  </a:cubicBezTo>
                  <a:cubicBezTo>
                    <a:pt x="2295049" y="451676"/>
                    <a:pt x="2295049" y="451676"/>
                    <a:pt x="2295049" y="451676"/>
                  </a:cubicBezTo>
                  <a:lnTo>
                    <a:pt x="1716024" y="451676"/>
                  </a:lnTo>
                  <a:cubicBezTo>
                    <a:pt x="1690497" y="451676"/>
                    <a:pt x="1669637" y="430911"/>
                    <a:pt x="1669637" y="405289"/>
                  </a:cubicBezTo>
                  <a:lnTo>
                    <a:pt x="1669637" y="236887"/>
                  </a:lnTo>
                  <a:close/>
                  <a:moveTo>
                    <a:pt x="1862995" y="642176"/>
                  </a:moveTo>
                  <a:lnTo>
                    <a:pt x="2199704" y="642176"/>
                  </a:lnTo>
                  <a:lnTo>
                    <a:pt x="2199704" y="815054"/>
                  </a:lnTo>
                  <a:cubicBezTo>
                    <a:pt x="2144173" y="810482"/>
                    <a:pt x="2087975" y="808006"/>
                    <a:pt x="2031397" y="808006"/>
                  </a:cubicBezTo>
                  <a:cubicBezTo>
                    <a:pt x="1974818" y="808006"/>
                    <a:pt x="1918716" y="810387"/>
                    <a:pt x="1863090" y="814959"/>
                  </a:cubicBezTo>
                  <a:lnTo>
                    <a:pt x="1863090" y="642176"/>
                  </a:lnTo>
                  <a:close/>
                  <a:moveTo>
                    <a:pt x="389858" y="1394460"/>
                  </a:moveTo>
                  <a:cubicBezTo>
                    <a:pt x="379667" y="1384268"/>
                    <a:pt x="374047" y="1370743"/>
                    <a:pt x="374047" y="1356360"/>
                  </a:cubicBezTo>
                  <a:cubicBezTo>
                    <a:pt x="374047" y="1341977"/>
                    <a:pt x="379667" y="1328452"/>
                    <a:pt x="389858" y="1318260"/>
                  </a:cubicBezTo>
                  <a:lnTo>
                    <a:pt x="510254" y="1197864"/>
                  </a:lnTo>
                  <a:cubicBezTo>
                    <a:pt x="520446" y="1187672"/>
                    <a:pt x="533972" y="1182052"/>
                    <a:pt x="548354" y="1182052"/>
                  </a:cubicBezTo>
                  <a:cubicBezTo>
                    <a:pt x="562737" y="1182052"/>
                    <a:pt x="576263" y="1187672"/>
                    <a:pt x="586454" y="1197864"/>
                  </a:cubicBezTo>
                  <a:lnTo>
                    <a:pt x="696659" y="1308068"/>
                  </a:lnTo>
                  <a:cubicBezTo>
                    <a:pt x="661892" y="1338453"/>
                    <a:pt x="627983" y="1370076"/>
                    <a:pt x="594932" y="1403033"/>
                  </a:cubicBezTo>
                  <a:cubicBezTo>
                    <a:pt x="561975" y="1435989"/>
                    <a:pt x="530352" y="1469993"/>
                    <a:pt x="499967" y="1504760"/>
                  </a:cubicBezTo>
                  <a:lnTo>
                    <a:pt x="389763" y="13945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52"/>
            <p:cNvSpPr/>
            <p:nvPr/>
          </p:nvSpPr>
          <p:spPr>
            <a:xfrm>
              <a:off x="4548282" y="176195"/>
              <a:ext cx="4792231" cy="6502543"/>
            </a:xfrm>
            <a:custGeom>
              <a:rect b="b" l="l" r="r" t="t"/>
              <a:pathLst>
                <a:path extrusionOk="0" h="6502543" w="4792231">
                  <a:moveTo>
                    <a:pt x="4755452" y="3593609"/>
                  </a:moveTo>
                  <a:lnTo>
                    <a:pt x="4466749" y="2987628"/>
                  </a:lnTo>
                  <a:cubicBezTo>
                    <a:pt x="4455510" y="2964101"/>
                    <a:pt x="4449509" y="2937908"/>
                    <a:pt x="4449128" y="2911904"/>
                  </a:cubicBezTo>
                  <a:lnTo>
                    <a:pt x="4443604" y="2467373"/>
                  </a:lnTo>
                  <a:cubicBezTo>
                    <a:pt x="4443413" y="1111489"/>
                    <a:pt x="3351657" y="4684"/>
                    <a:pt x="2009775" y="16"/>
                  </a:cubicBezTo>
                  <a:cubicBezTo>
                    <a:pt x="1721453" y="-1031"/>
                    <a:pt x="1438847" y="47832"/>
                    <a:pt x="1170146" y="145082"/>
                  </a:cubicBezTo>
                  <a:cubicBezTo>
                    <a:pt x="1120712" y="162989"/>
                    <a:pt x="1095089" y="217568"/>
                    <a:pt x="1112996" y="267098"/>
                  </a:cubicBezTo>
                  <a:cubicBezTo>
                    <a:pt x="1130903" y="316532"/>
                    <a:pt x="1185577" y="342154"/>
                    <a:pt x="1235012" y="324248"/>
                  </a:cubicBezTo>
                  <a:cubicBezTo>
                    <a:pt x="1482757" y="234617"/>
                    <a:pt x="1743456" y="189850"/>
                    <a:pt x="2009204" y="190517"/>
                  </a:cubicBezTo>
                  <a:cubicBezTo>
                    <a:pt x="3246596" y="194803"/>
                    <a:pt x="4253198" y="1216454"/>
                    <a:pt x="4253198" y="2467944"/>
                  </a:cubicBezTo>
                  <a:cubicBezTo>
                    <a:pt x="4253198" y="2468325"/>
                    <a:pt x="4253198" y="2468706"/>
                    <a:pt x="4253198" y="2469087"/>
                  </a:cubicBezTo>
                  <a:lnTo>
                    <a:pt x="4258723" y="2914190"/>
                  </a:lnTo>
                  <a:cubicBezTo>
                    <a:pt x="4259390" y="2967530"/>
                    <a:pt x="4271868" y="3021251"/>
                    <a:pt x="4294823" y="3069448"/>
                  </a:cubicBezTo>
                  <a:lnTo>
                    <a:pt x="4583525" y="3675428"/>
                  </a:lnTo>
                  <a:cubicBezTo>
                    <a:pt x="4611053" y="3733340"/>
                    <a:pt x="4607243" y="3797634"/>
                    <a:pt x="4573048" y="3851832"/>
                  </a:cubicBezTo>
                  <a:cubicBezTo>
                    <a:pt x="4538854" y="3906028"/>
                    <a:pt x="4482465" y="3937175"/>
                    <a:pt x="4419219" y="3937175"/>
                  </a:cubicBezTo>
                  <a:cubicBezTo>
                    <a:pt x="4319493" y="3936413"/>
                    <a:pt x="4225100" y="3974418"/>
                    <a:pt x="4154043" y="4044808"/>
                  </a:cubicBezTo>
                  <a:cubicBezTo>
                    <a:pt x="4082987" y="4115198"/>
                    <a:pt x="4043839" y="4209019"/>
                    <a:pt x="4043839" y="4308936"/>
                  </a:cubicBezTo>
                  <a:lnTo>
                    <a:pt x="4043839" y="5090558"/>
                  </a:lnTo>
                  <a:cubicBezTo>
                    <a:pt x="4043839" y="5180093"/>
                    <a:pt x="4004977" y="5264960"/>
                    <a:pt x="3937254" y="5323444"/>
                  </a:cubicBezTo>
                  <a:cubicBezTo>
                    <a:pt x="3869532" y="5381928"/>
                    <a:pt x="3779806" y="5408122"/>
                    <a:pt x="3691319" y="5395072"/>
                  </a:cubicBezTo>
                  <a:lnTo>
                    <a:pt x="3015710" y="5296012"/>
                  </a:lnTo>
                  <a:cubicBezTo>
                    <a:pt x="2918460" y="5281820"/>
                    <a:pt x="2820067" y="5310395"/>
                    <a:pt x="2745772" y="5374689"/>
                  </a:cubicBezTo>
                  <a:cubicBezTo>
                    <a:pt x="2671382" y="5438982"/>
                    <a:pt x="2628805" y="5532137"/>
                    <a:pt x="2628805" y="5630435"/>
                  </a:cubicBezTo>
                  <a:lnTo>
                    <a:pt x="2628805" y="5749212"/>
                  </a:lnTo>
                  <a:lnTo>
                    <a:pt x="581501" y="5559949"/>
                  </a:lnTo>
                  <a:lnTo>
                    <a:pt x="581501" y="5404502"/>
                  </a:lnTo>
                  <a:cubicBezTo>
                    <a:pt x="581501" y="5351924"/>
                    <a:pt x="538829" y="5309252"/>
                    <a:pt x="486251" y="5309252"/>
                  </a:cubicBezTo>
                  <a:cubicBezTo>
                    <a:pt x="433673" y="5309252"/>
                    <a:pt x="391001" y="5351924"/>
                    <a:pt x="391001" y="5404502"/>
                  </a:cubicBezTo>
                  <a:lnTo>
                    <a:pt x="391001" y="5542424"/>
                  </a:lnTo>
                  <a:lnTo>
                    <a:pt x="353759" y="5538995"/>
                  </a:lnTo>
                  <a:cubicBezTo>
                    <a:pt x="263271" y="5530613"/>
                    <a:pt x="172784" y="5560998"/>
                    <a:pt x="105632" y="5622243"/>
                  </a:cubicBezTo>
                  <a:cubicBezTo>
                    <a:pt x="38481" y="5683489"/>
                    <a:pt x="0" y="5770738"/>
                    <a:pt x="0" y="5861607"/>
                  </a:cubicBezTo>
                  <a:lnTo>
                    <a:pt x="0" y="6176217"/>
                  </a:lnTo>
                  <a:cubicBezTo>
                    <a:pt x="0" y="6354621"/>
                    <a:pt x="145161" y="6499972"/>
                    <a:pt x="323660" y="6500162"/>
                  </a:cubicBezTo>
                  <a:lnTo>
                    <a:pt x="2866740" y="6502544"/>
                  </a:lnTo>
                  <a:lnTo>
                    <a:pt x="2867025" y="6502544"/>
                  </a:lnTo>
                  <a:cubicBezTo>
                    <a:pt x="2953512" y="6502544"/>
                    <a:pt x="3034760" y="6468921"/>
                    <a:pt x="3096006" y="6407770"/>
                  </a:cubicBezTo>
                  <a:cubicBezTo>
                    <a:pt x="3157252" y="6346619"/>
                    <a:pt x="3190971" y="6265181"/>
                    <a:pt x="3190971" y="6178598"/>
                  </a:cubicBezTo>
                  <a:lnTo>
                    <a:pt x="3190971" y="6096779"/>
                  </a:lnTo>
                  <a:cubicBezTo>
                    <a:pt x="3190971" y="5928377"/>
                    <a:pt x="3064574" y="5789693"/>
                    <a:pt x="2896839" y="5774167"/>
                  </a:cubicBezTo>
                  <a:lnTo>
                    <a:pt x="2819305" y="5767023"/>
                  </a:lnTo>
                  <a:lnTo>
                    <a:pt x="2819305" y="5630625"/>
                  </a:lnTo>
                  <a:cubicBezTo>
                    <a:pt x="2819305" y="5587763"/>
                    <a:pt x="2837879" y="5547091"/>
                    <a:pt x="2870359" y="5519087"/>
                  </a:cubicBezTo>
                  <a:cubicBezTo>
                    <a:pt x="2902839" y="5491084"/>
                    <a:pt x="2945702" y="5478511"/>
                    <a:pt x="2988183" y="5484798"/>
                  </a:cubicBezTo>
                  <a:lnTo>
                    <a:pt x="3663791" y="5583857"/>
                  </a:lnTo>
                  <a:cubicBezTo>
                    <a:pt x="3807143" y="5604908"/>
                    <a:pt x="3952304" y="5562617"/>
                    <a:pt x="4061937" y="5467843"/>
                  </a:cubicBezTo>
                  <a:cubicBezTo>
                    <a:pt x="4171569" y="5373069"/>
                    <a:pt x="4234434" y="5235719"/>
                    <a:pt x="4234434" y="5090748"/>
                  </a:cubicBezTo>
                  <a:lnTo>
                    <a:pt x="4234434" y="4309127"/>
                  </a:lnTo>
                  <a:cubicBezTo>
                    <a:pt x="4234434" y="4260359"/>
                    <a:pt x="4253580" y="4214639"/>
                    <a:pt x="4288250" y="4180349"/>
                  </a:cubicBezTo>
                  <a:cubicBezTo>
                    <a:pt x="4322921" y="4146059"/>
                    <a:pt x="4368832" y="4127199"/>
                    <a:pt x="4418457" y="4127866"/>
                  </a:cubicBezTo>
                  <a:cubicBezTo>
                    <a:pt x="4547426" y="4127866"/>
                    <a:pt x="4665441" y="4062810"/>
                    <a:pt x="4734306" y="3953749"/>
                  </a:cubicBezTo>
                  <a:cubicBezTo>
                    <a:pt x="4803172" y="3844688"/>
                    <a:pt x="4811078" y="3710099"/>
                    <a:pt x="4755642" y="3593799"/>
                  </a:cubicBezTo>
                  <a:close/>
                  <a:moveTo>
                    <a:pt x="3000280" y="6096588"/>
                  </a:moveTo>
                  <a:lnTo>
                    <a:pt x="3000280" y="6178408"/>
                  </a:lnTo>
                  <a:cubicBezTo>
                    <a:pt x="3000280" y="6214127"/>
                    <a:pt x="2986374" y="6247559"/>
                    <a:pt x="2961132" y="6272801"/>
                  </a:cubicBezTo>
                  <a:cubicBezTo>
                    <a:pt x="2935891" y="6297947"/>
                    <a:pt x="2902458" y="6311853"/>
                    <a:pt x="2866835" y="6311853"/>
                  </a:cubicBezTo>
                  <a:lnTo>
                    <a:pt x="2866740" y="6311853"/>
                  </a:lnTo>
                  <a:lnTo>
                    <a:pt x="323660" y="6309472"/>
                  </a:lnTo>
                  <a:cubicBezTo>
                    <a:pt x="250127" y="6309472"/>
                    <a:pt x="190310" y="6249560"/>
                    <a:pt x="190310" y="6176027"/>
                  </a:cubicBezTo>
                  <a:lnTo>
                    <a:pt x="190310" y="5861416"/>
                  </a:lnTo>
                  <a:cubicBezTo>
                    <a:pt x="190310" y="5823411"/>
                    <a:pt x="205740" y="5788455"/>
                    <a:pt x="233839" y="5762832"/>
                  </a:cubicBezTo>
                  <a:cubicBezTo>
                    <a:pt x="258794" y="5740068"/>
                    <a:pt x="290132" y="5727971"/>
                    <a:pt x="323374" y="5727971"/>
                  </a:cubicBezTo>
                  <a:cubicBezTo>
                    <a:pt x="327565" y="5727971"/>
                    <a:pt x="331851" y="5728161"/>
                    <a:pt x="336042" y="5728542"/>
                  </a:cubicBezTo>
                  <a:lnTo>
                    <a:pt x="2713863" y="5948379"/>
                  </a:lnTo>
                  <a:cubicBezTo>
                    <a:pt x="2713863" y="5948379"/>
                    <a:pt x="2714340" y="5948379"/>
                    <a:pt x="2714625" y="5948379"/>
                  </a:cubicBezTo>
                  <a:lnTo>
                    <a:pt x="2879122" y="5963619"/>
                  </a:lnTo>
                  <a:cubicBezTo>
                    <a:pt x="2948178" y="5970001"/>
                    <a:pt x="3000280" y="6027151"/>
                    <a:pt x="3000280" y="60964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2"/>
            <p:cNvSpPr/>
            <p:nvPr/>
          </p:nvSpPr>
          <p:spPr>
            <a:xfrm>
              <a:off x="3286029" y="1604962"/>
              <a:ext cx="3196208" cy="3196304"/>
            </a:xfrm>
            <a:custGeom>
              <a:rect b="b" l="l" r="r" t="t"/>
              <a:pathLst>
                <a:path extrusionOk="0" h="3196304" w="3196208">
                  <a:moveTo>
                    <a:pt x="2728151" y="468059"/>
                  </a:moveTo>
                  <a:cubicBezTo>
                    <a:pt x="2725198" y="465106"/>
                    <a:pt x="2722055" y="462439"/>
                    <a:pt x="2718816" y="459962"/>
                  </a:cubicBezTo>
                  <a:cubicBezTo>
                    <a:pt x="2430113" y="175736"/>
                    <a:pt x="2034350" y="0"/>
                    <a:pt x="1598105" y="0"/>
                  </a:cubicBezTo>
                  <a:cubicBezTo>
                    <a:pt x="1161860" y="0"/>
                    <a:pt x="766096" y="175736"/>
                    <a:pt x="477393" y="459962"/>
                  </a:cubicBezTo>
                  <a:cubicBezTo>
                    <a:pt x="474154" y="462439"/>
                    <a:pt x="471011" y="465106"/>
                    <a:pt x="468058" y="468059"/>
                  </a:cubicBezTo>
                  <a:cubicBezTo>
                    <a:pt x="465106" y="471011"/>
                    <a:pt x="462439" y="474155"/>
                    <a:pt x="459962" y="477488"/>
                  </a:cubicBezTo>
                  <a:cubicBezTo>
                    <a:pt x="175736" y="766191"/>
                    <a:pt x="0" y="1161955"/>
                    <a:pt x="0" y="1598200"/>
                  </a:cubicBezTo>
                  <a:cubicBezTo>
                    <a:pt x="0" y="2034445"/>
                    <a:pt x="175736" y="2430209"/>
                    <a:pt x="459962" y="2718911"/>
                  </a:cubicBezTo>
                  <a:cubicBezTo>
                    <a:pt x="462439" y="2722150"/>
                    <a:pt x="465106" y="2725293"/>
                    <a:pt x="468058" y="2728246"/>
                  </a:cubicBezTo>
                  <a:cubicBezTo>
                    <a:pt x="471011" y="2731199"/>
                    <a:pt x="474154" y="2733866"/>
                    <a:pt x="477393" y="2736342"/>
                  </a:cubicBezTo>
                  <a:cubicBezTo>
                    <a:pt x="766096" y="3020568"/>
                    <a:pt x="1161860" y="3196304"/>
                    <a:pt x="1598105" y="3196304"/>
                  </a:cubicBezTo>
                  <a:cubicBezTo>
                    <a:pt x="2034350" y="3196304"/>
                    <a:pt x="2430113" y="3020568"/>
                    <a:pt x="2718721" y="2736342"/>
                  </a:cubicBezTo>
                  <a:cubicBezTo>
                    <a:pt x="2721959" y="2733866"/>
                    <a:pt x="2725103" y="2731199"/>
                    <a:pt x="2728151" y="2728246"/>
                  </a:cubicBezTo>
                  <a:cubicBezTo>
                    <a:pt x="2731199" y="2725293"/>
                    <a:pt x="2733770" y="2722055"/>
                    <a:pt x="2736247" y="2718816"/>
                  </a:cubicBezTo>
                  <a:cubicBezTo>
                    <a:pt x="3020473" y="2430113"/>
                    <a:pt x="3196209" y="2034349"/>
                    <a:pt x="3196209" y="1598105"/>
                  </a:cubicBezTo>
                  <a:cubicBezTo>
                    <a:pt x="3196209" y="1161860"/>
                    <a:pt x="3020473" y="766096"/>
                    <a:pt x="2736247" y="477393"/>
                  </a:cubicBezTo>
                  <a:cubicBezTo>
                    <a:pt x="2733770" y="474155"/>
                    <a:pt x="2731103" y="471011"/>
                    <a:pt x="2728151" y="467963"/>
                  </a:cubicBezTo>
                  <a:close/>
                  <a:moveTo>
                    <a:pt x="2937796" y="1693355"/>
                  </a:moveTo>
                  <a:lnTo>
                    <a:pt x="3002375" y="1693355"/>
                  </a:lnTo>
                  <a:cubicBezTo>
                    <a:pt x="2981135" y="2009965"/>
                    <a:pt x="2854738" y="2298097"/>
                    <a:pt x="2657951" y="2523363"/>
                  </a:cubicBezTo>
                  <a:lnTo>
                    <a:pt x="2612708" y="2478120"/>
                  </a:lnTo>
                  <a:cubicBezTo>
                    <a:pt x="2575465" y="2440972"/>
                    <a:pt x="2515171" y="2440972"/>
                    <a:pt x="2478024" y="2478120"/>
                  </a:cubicBezTo>
                  <a:cubicBezTo>
                    <a:pt x="2440781" y="2515362"/>
                    <a:pt x="2440781" y="2575655"/>
                    <a:pt x="2478024" y="2612803"/>
                  </a:cubicBezTo>
                  <a:lnTo>
                    <a:pt x="2523268" y="2658047"/>
                  </a:lnTo>
                  <a:cubicBezTo>
                    <a:pt x="2298097" y="2854833"/>
                    <a:pt x="2009870" y="2981230"/>
                    <a:pt x="1693259" y="3002471"/>
                  </a:cubicBezTo>
                  <a:lnTo>
                    <a:pt x="1693259" y="2937891"/>
                  </a:lnTo>
                  <a:cubicBezTo>
                    <a:pt x="1693259" y="2885313"/>
                    <a:pt x="1650587" y="2842641"/>
                    <a:pt x="1598009" y="2842641"/>
                  </a:cubicBezTo>
                  <a:cubicBezTo>
                    <a:pt x="1545431" y="2842641"/>
                    <a:pt x="1502759" y="2885313"/>
                    <a:pt x="1502759" y="2937891"/>
                  </a:cubicBezTo>
                  <a:lnTo>
                    <a:pt x="1502759" y="3002471"/>
                  </a:lnTo>
                  <a:cubicBezTo>
                    <a:pt x="1186148" y="2981230"/>
                    <a:pt x="898017" y="2854833"/>
                    <a:pt x="672751" y="2658047"/>
                  </a:cubicBezTo>
                  <a:lnTo>
                    <a:pt x="717995" y="2612803"/>
                  </a:lnTo>
                  <a:cubicBezTo>
                    <a:pt x="755237" y="2575560"/>
                    <a:pt x="755142" y="2515267"/>
                    <a:pt x="717995" y="2478120"/>
                  </a:cubicBezTo>
                  <a:cubicBezTo>
                    <a:pt x="680752" y="2440972"/>
                    <a:pt x="620458" y="2440972"/>
                    <a:pt x="583311" y="2478120"/>
                  </a:cubicBezTo>
                  <a:lnTo>
                    <a:pt x="538067" y="2523363"/>
                  </a:lnTo>
                  <a:cubicBezTo>
                    <a:pt x="341281" y="2298192"/>
                    <a:pt x="214884" y="2009965"/>
                    <a:pt x="193643" y="1693355"/>
                  </a:cubicBezTo>
                  <a:lnTo>
                    <a:pt x="258223" y="1693355"/>
                  </a:lnTo>
                  <a:cubicBezTo>
                    <a:pt x="310801" y="1693355"/>
                    <a:pt x="353473" y="1650682"/>
                    <a:pt x="353473" y="1598105"/>
                  </a:cubicBezTo>
                  <a:cubicBezTo>
                    <a:pt x="353473" y="1545527"/>
                    <a:pt x="310801" y="1502855"/>
                    <a:pt x="258223" y="1502855"/>
                  </a:cubicBezTo>
                  <a:lnTo>
                    <a:pt x="193643" y="1502855"/>
                  </a:lnTo>
                  <a:cubicBezTo>
                    <a:pt x="214884" y="1186244"/>
                    <a:pt x="341281" y="898112"/>
                    <a:pt x="538067" y="672846"/>
                  </a:cubicBezTo>
                  <a:lnTo>
                    <a:pt x="583311" y="718090"/>
                  </a:lnTo>
                  <a:cubicBezTo>
                    <a:pt x="601885" y="736663"/>
                    <a:pt x="626269" y="745998"/>
                    <a:pt x="650653" y="745998"/>
                  </a:cubicBezTo>
                  <a:cubicBezTo>
                    <a:pt x="675037" y="745998"/>
                    <a:pt x="699421" y="736663"/>
                    <a:pt x="717995" y="718090"/>
                  </a:cubicBezTo>
                  <a:cubicBezTo>
                    <a:pt x="755237" y="680942"/>
                    <a:pt x="755237" y="620554"/>
                    <a:pt x="717995" y="583406"/>
                  </a:cubicBezTo>
                  <a:lnTo>
                    <a:pt x="672751" y="538163"/>
                  </a:lnTo>
                  <a:cubicBezTo>
                    <a:pt x="897922" y="341376"/>
                    <a:pt x="1186148" y="214979"/>
                    <a:pt x="1502759" y="193738"/>
                  </a:cubicBezTo>
                  <a:lnTo>
                    <a:pt x="1502759" y="258318"/>
                  </a:lnTo>
                  <a:cubicBezTo>
                    <a:pt x="1502759" y="310896"/>
                    <a:pt x="1545431" y="353568"/>
                    <a:pt x="1598009" y="353568"/>
                  </a:cubicBezTo>
                  <a:cubicBezTo>
                    <a:pt x="1650587" y="353568"/>
                    <a:pt x="1693259" y="310896"/>
                    <a:pt x="1693259" y="258318"/>
                  </a:cubicBezTo>
                  <a:lnTo>
                    <a:pt x="1693259" y="193738"/>
                  </a:lnTo>
                  <a:cubicBezTo>
                    <a:pt x="2009870" y="214979"/>
                    <a:pt x="2298097" y="341376"/>
                    <a:pt x="2523268" y="538163"/>
                  </a:cubicBezTo>
                  <a:lnTo>
                    <a:pt x="2478024" y="583406"/>
                  </a:lnTo>
                  <a:cubicBezTo>
                    <a:pt x="2440781" y="620649"/>
                    <a:pt x="2440877" y="680942"/>
                    <a:pt x="2478024" y="718090"/>
                  </a:cubicBezTo>
                  <a:cubicBezTo>
                    <a:pt x="2496598" y="736663"/>
                    <a:pt x="2520982" y="745998"/>
                    <a:pt x="2545366" y="745998"/>
                  </a:cubicBezTo>
                  <a:cubicBezTo>
                    <a:pt x="2569750" y="745998"/>
                    <a:pt x="2594134" y="736663"/>
                    <a:pt x="2612708" y="718090"/>
                  </a:cubicBezTo>
                  <a:lnTo>
                    <a:pt x="2657951" y="672846"/>
                  </a:lnTo>
                  <a:cubicBezTo>
                    <a:pt x="2854738" y="898017"/>
                    <a:pt x="2981135" y="1186244"/>
                    <a:pt x="3002375" y="1502855"/>
                  </a:cubicBezTo>
                  <a:lnTo>
                    <a:pt x="2937796" y="1502855"/>
                  </a:lnTo>
                  <a:cubicBezTo>
                    <a:pt x="2885218" y="1502855"/>
                    <a:pt x="2842546" y="1545527"/>
                    <a:pt x="2842546" y="1598105"/>
                  </a:cubicBezTo>
                  <a:cubicBezTo>
                    <a:pt x="2842546" y="1650682"/>
                    <a:pt x="2885218" y="1693355"/>
                    <a:pt x="2937796" y="16933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9" name="Google Shape;379;p52"/>
          <p:cNvGrpSpPr/>
          <p:nvPr/>
        </p:nvGrpSpPr>
        <p:grpSpPr>
          <a:xfrm>
            <a:off x="508866" y="2611130"/>
            <a:ext cx="311743" cy="380210"/>
            <a:chOff x="4230752" y="5299155"/>
            <a:chExt cx="445156" cy="542924"/>
          </a:xfrm>
        </p:grpSpPr>
        <p:sp>
          <p:nvSpPr>
            <p:cNvPr id="380" name="Google Shape;380;p52"/>
            <p:cNvSpPr/>
            <p:nvPr/>
          </p:nvSpPr>
          <p:spPr>
            <a:xfrm>
              <a:off x="4250350" y="5299155"/>
              <a:ext cx="425558" cy="468610"/>
            </a:xfrm>
            <a:custGeom>
              <a:rect b="b" l="l" r="r" t="t"/>
              <a:pathLst>
                <a:path extrusionOk="0" h="468610" w="425558">
                  <a:moveTo>
                    <a:pt x="354325" y="157305"/>
                  </a:moveTo>
                  <a:lnTo>
                    <a:pt x="370483" y="135190"/>
                  </a:lnTo>
                  <a:cubicBezTo>
                    <a:pt x="373647" y="137272"/>
                    <a:pt x="377233" y="138291"/>
                    <a:pt x="380796" y="138291"/>
                  </a:cubicBezTo>
                  <a:cubicBezTo>
                    <a:pt x="386609" y="138291"/>
                    <a:pt x="392349" y="135616"/>
                    <a:pt x="396034" y="130572"/>
                  </a:cubicBezTo>
                  <a:lnTo>
                    <a:pt x="401321" y="123336"/>
                  </a:lnTo>
                  <a:cubicBezTo>
                    <a:pt x="409236" y="112959"/>
                    <a:pt x="406735" y="96893"/>
                    <a:pt x="396040" y="89414"/>
                  </a:cubicBezTo>
                  <a:lnTo>
                    <a:pt x="364310" y="66229"/>
                  </a:lnTo>
                  <a:cubicBezTo>
                    <a:pt x="353934" y="58312"/>
                    <a:pt x="337867" y="60814"/>
                    <a:pt x="330387" y="71509"/>
                  </a:cubicBezTo>
                  <a:lnTo>
                    <a:pt x="325101" y="78745"/>
                  </a:lnTo>
                  <a:cubicBezTo>
                    <a:pt x="322131" y="82809"/>
                    <a:pt x="320923" y="87785"/>
                    <a:pt x="321697" y="92757"/>
                  </a:cubicBezTo>
                  <a:cubicBezTo>
                    <a:pt x="322423" y="97422"/>
                    <a:pt x="324829" y="101544"/>
                    <a:pt x="328476" y="104489"/>
                  </a:cubicBezTo>
                  <a:lnTo>
                    <a:pt x="312351" y="126556"/>
                  </a:lnTo>
                  <a:cubicBezTo>
                    <a:pt x="289701" y="113723"/>
                    <a:pt x="264596" y="104744"/>
                    <a:pt x="237927" y="100521"/>
                  </a:cubicBezTo>
                  <a:lnTo>
                    <a:pt x="237927" y="66313"/>
                  </a:lnTo>
                  <a:lnTo>
                    <a:pt x="245865" y="66313"/>
                  </a:lnTo>
                  <a:cubicBezTo>
                    <a:pt x="256254" y="66313"/>
                    <a:pt x="264705" y="57862"/>
                    <a:pt x="264705" y="47473"/>
                  </a:cubicBezTo>
                  <a:lnTo>
                    <a:pt x="264705" y="29348"/>
                  </a:lnTo>
                  <a:cubicBezTo>
                    <a:pt x="264704" y="13165"/>
                    <a:pt x="251538" y="0"/>
                    <a:pt x="235357" y="0"/>
                  </a:cubicBezTo>
                  <a:lnTo>
                    <a:pt x="170604" y="0"/>
                  </a:lnTo>
                  <a:cubicBezTo>
                    <a:pt x="154423" y="0"/>
                    <a:pt x="141257" y="13165"/>
                    <a:pt x="141257" y="29348"/>
                  </a:cubicBezTo>
                  <a:lnTo>
                    <a:pt x="141257" y="47474"/>
                  </a:lnTo>
                  <a:cubicBezTo>
                    <a:pt x="141257" y="57863"/>
                    <a:pt x="149708" y="66314"/>
                    <a:pt x="160097" y="66314"/>
                  </a:cubicBezTo>
                  <a:lnTo>
                    <a:pt x="168035" y="66314"/>
                  </a:lnTo>
                  <a:lnTo>
                    <a:pt x="168035" y="100528"/>
                  </a:lnTo>
                  <a:cubicBezTo>
                    <a:pt x="141639" y="104717"/>
                    <a:pt x="116456" y="113591"/>
                    <a:pt x="93574" y="126506"/>
                  </a:cubicBezTo>
                  <a:lnTo>
                    <a:pt x="77485" y="104490"/>
                  </a:lnTo>
                  <a:cubicBezTo>
                    <a:pt x="81133" y="101545"/>
                    <a:pt x="83538" y="97423"/>
                    <a:pt x="84265" y="92759"/>
                  </a:cubicBezTo>
                  <a:cubicBezTo>
                    <a:pt x="85039" y="87786"/>
                    <a:pt x="83830" y="82810"/>
                    <a:pt x="80862" y="78746"/>
                  </a:cubicBezTo>
                  <a:lnTo>
                    <a:pt x="75575" y="71510"/>
                  </a:lnTo>
                  <a:cubicBezTo>
                    <a:pt x="68094" y="60815"/>
                    <a:pt x="52028" y="58312"/>
                    <a:pt x="41651" y="66230"/>
                  </a:cubicBezTo>
                  <a:lnTo>
                    <a:pt x="9922" y="89413"/>
                  </a:lnTo>
                  <a:cubicBezTo>
                    <a:pt x="-774" y="96893"/>
                    <a:pt x="-3274" y="112958"/>
                    <a:pt x="4641" y="123336"/>
                  </a:cubicBezTo>
                  <a:lnTo>
                    <a:pt x="9928" y="130573"/>
                  </a:lnTo>
                  <a:cubicBezTo>
                    <a:pt x="13613" y="135617"/>
                    <a:pt x="19351" y="138292"/>
                    <a:pt x="25165" y="138292"/>
                  </a:cubicBezTo>
                  <a:cubicBezTo>
                    <a:pt x="28729" y="138292"/>
                    <a:pt x="32316" y="137273"/>
                    <a:pt x="35480" y="135192"/>
                  </a:cubicBezTo>
                  <a:lnTo>
                    <a:pt x="51558" y="157198"/>
                  </a:lnTo>
                  <a:cubicBezTo>
                    <a:pt x="34128" y="173370"/>
                    <a:pt x="19141" y="192465"/>
                    <a:pt x="7400" y="214016"/>
                  </a:cubicBezTo>
                  <a:cubicBezTo>
                    <a:pt x="5294" y="217880"/>
                    <a:pt x="6721" y="222720"/>
                    <a:pt x="10586" y="224826"/>
                  </a:cubicBezTo>
                  <a:cubicBezTo>
                    <a:pt x="14451" y="226933"/>
                    <a:pt x="19290" y="225506"/>
                    <a:pt x="21396" y="221641"/>
                  </a:cubicBezTo>
                  <a:cubicBezTo>
                    <a:pt x="57663" y="155064"/>
                    <a:pt x="127244" y="113707"/>
                    <a:pt x="202981" y="113707"/>
                  </a:cubicBezTo>
                  <a:cubicBezTo>
                    <a:pt x="316923" y="113707"/>
                    <a:pt x="409621" y="206405"/>
                    <a:pt x="409621" y="320347"/>
                  </a:cubicBezTo>
                  <a:cubicBezTo>
                    <a:pt x="409621" y="369971"/>
                    <a:pt x="391771" y="417944"/>
                    <a:pt x="359359" y="455430"/>
                  </a:cubicBezTo>
                  <a:cubicBezTo>
                    <a:pt x="356481" y="458759"/>
                    <a:pt x="356846" y="463792"/>
                    <a:pt x="360175" y="466670"/>
                  </a:cubicBezTo>
                  <a:cubicBezTo>
                    <a:pt x="363489" y="469539"/>
                    <a:pt x="368527" y="469193"/>
                    <a:pt x="371415" y="465853"/>
                  </a:cubicBezTo>
                  <a:cubicBezTo>
                    <a:pt x="406329" y="425471"/>
                    <a:pt x="425559" y="373795"/>
                    <a:pt x="425559" y="320346"/>
                  </a:cubicBezTo>
                  <a:cubicBezTo>
                    <a:pt x="425559" y="256014"/>
                    <a:pt x="398111" y="197979"/>
                    <a:pt x="354325" y="157305"/>
                  </a:cubicBezTo>
                  <a:close/>
                  <a:moveTo>
                    <a:pt x="337969" y="88148"/>
                  </a:moveTo>
                  <a:lnTo>
                    <a:pt x="343256" y="80912"/>
                  </a:lnTo>
                  <a:cubicBezTo>
                    <a:pt x="345829" y="77241"/>
                    <a:pt x="351327" y="76375"/>
                    <a:pt x="354907" y="79098"/>
                  </a:cubicBezTo>
                  <a:lnTo>
                    <a:pt x="386639" y="102282"/>
                  </a:lnTo>
                  <a:cubicBezTo>
                    <a:pt x="390351" y="104994"/>
                    <a:pt x="391166" y="110221"/>
                    <a:pt x="388452" y="113935"/>
                  </a:cubicBezTo>
                  <a:lnTo>
                    <a:pt x="383166" y="121171"/>
                  </a:lnTo>
                  <a:cubicBezTo>
                    <a:pt x="382221" y="122464"/>
                    <a:pt x="380403" y="122746"/>
                    <a:pt x="379109" y="121803"/>
                  </a:cubicBezTo>
                  <a:lnTo>
                    <a:pt x="338599" y="92205"/>
                  </a:lnTo>
                  <a:cubicBezTo>
                    <a:pt x="337755" y="91588"/>
                    <a:pt x="337513" y="90752"/>
                    <a:pt x="337444" y="90308"/>
                  </a:cubicBezTo>
                  <a:cubicBezTo>
                    <a:pt x="337374" y="89864"/>
                    <a:pt x="337350" y="88993"/>
                    <a:pt x="337969" y="88148"/>
                  </a:cubicBezTo>
                  <a:close/>
                  <a:moveTo>
                    <a:pt x="341317" y="113927"/>
                  </a:moveTo>
                  <a:lnTo>
                    <a:pt x="357593" y="125819"/>
                  </a:lnTo>
                  <a:lnTo>
                    <a:pt x="342230" y="146846"/>
                  </a:lnTo>
                  <a:cubicBezTo>
                    <a:pt x="336997" y="142639"/>
                    <a:pt x="331573" y="138661"/>
                    <a:pt x="325969" y="134931"/>
                  </a:cubicBezTo>
                  <a:close/>
                  <a:moveTo>
                    <a:pt x="157195" y="47473"/>
                  </a:moveTo>
                  <a:lnTo>
                    <a:pt x="157195" y="29348"/>
                  </a:lnTo>
                  <a:cubicBezTo>
                    <a:pt x="157195" y="21953"/>
                    <a:pt x="163210" y="15938"/>
                    <a:pt x="170604" y="15938"/>
                  </a:cubicBezTo>
                  <a:lnTo>
                    <a:pt x="235357" y="15938"/>
                  </a:lnTo>
                  <a:cubicBezTo>
                    <a:pt x="242751" y="15938"/>
                    <a:pt x="248767" y="21953"/>
                    <a:pt x="248767" y="29348"/>
                  </a:cubicBezTo>
                  <a:lnTo>
                    <a:pt x="248767" y="47474"/>
                  </a:lnTo>
                  <a:cubicBezTo>
                    <a:pt x="248767" y="49075"/>
                    <a:pt x="247464" y="50378"/>
                    <a:pt x="245863" y="50378"/>
                  </a:cubicBezTo>
                  <a:lnTo>
                    <a:pt x="160098" y="50378"/>
                  </a:lnTo>
                  <a:cubicBezTo>
                    <a:pt x="158497" y="50376"/>
                    <a:pt x="157195" y="49074"/>
                    <a:pt x="157195" y="47473"/>
                  </a:cubicBezTo>
                  <a:close/>
                  <a:moveTo>
                    <a:pt x="22796" y="121171"/>
                  </a:moveTo>
                  <a:lnTo>
                    <a:pt x="17509" y="113935"/>
                  </a:lnTo>
                  <a:cubicBezTo>
                    <a:pt x="14797" y="110222"/>
                    <a:pt x="15610" y="104994"/>
                    <a:pt x="19323" y="102282"/>
                  </a:cubicBezTo>
                  <a:lnTo>
                    <a:pt x="51055" y="79098"/>
                  </a:lnTo>
                  <a:cubicBezTo>
                    <a:pt x="54636" y="76375"/>
                    <a:pt x="60134" y="77242"/>
                    <a:pt x="62707" y="80912"/>
                  </a:cubicBezTo>
                  <a:lnTo>
                    <a:pt x="67994" y="88149"/>
                  </a:lnTo>
                  <a:cubicBezTo>
                    <a:pt x="68935" y="89942"/>
                    <a:pt x="68805" y="90784"/>
                    <a:pt x="67362" y="92205"/>
                  </a:cubicBezTo>
                  <a:lnTo>
                    <a:pt x="26852" y="121802"/>
                  </a:lnTo>
                  <a:cubicBezTo>
                    <a:pt x="25561" y="122746"/>
                    <a:pt x="23741" y="122462"/>
                    <a:pt x="22796" y="121171"/>
                  </a:cubicBezTo>
                  <a:close/>
                  <a:moveTo>
                    <a:pt x="48369" y="125819"/>
                  </a:moveTo>
                  <a:lnTo>
                    <a:pt x="64645" y="113927"/>
                  </a:lnTo>
                  <a:lnTo>
                    <a:pt x="79937" y="134854"/>
                  </a:lnTo>
                  <a:cubicBezTo>
                    <a:pt x="74340" y="138567"/>
                    <a:pt x="68912" y="142539"/>
                    <a:pt x="63663" y="146751"/>
                  </a:cubicBezTo>
                  <a:close/>
                  <a:moveTo>
                    <a:pt x="183973" y="98580"/>
                  </a:moveTo>
                  <a:lnTo>
                    <a:pt x="183973" y="66313"/>
                  </a:lnTo>
                  <a:lnTo>
                    <a:pt x="221988" y="66313"/>
                  </a:lnTo>
                  <a:lnTo>
                    <a:pt x="221988" y="98590"/>
                  </a:lnTo>
                  <a:cubicBezTo>
                    <a:pt x="215720" y="98057"/>
                    <a:pt x="209384" y="97770"/>
                    <a:pt x="202981" y="97770"/>
                  </a:cubicBezTo>
                  <a:cubicBezTo>
                    <a:pt x="196599" y="97770"/>
                    <a:pt x="190259" y="98043"/>
                    <a:pt x="183973" y="985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52"/>
            <p:cNvSpPr/>
            <p:nvPr/>
          </p:nvSpPr>
          <p:spPr>
            <a:xfrm>
              <a:off x="4230752" y="5538154"/>
              <a:ext cx="370381" cy="303925"/>
            </a:xfrm>
            <a:custGeom>
              <a:rect b="b" l="l" r="r" t="t"/>
              <a:pathLst>
                <a:path extrusionOk="0" h="303925" w="370381">
                  <a:moveTo>
                    <a:pt x="357219" y="238109"/>
                  </a:moveTo>
                  <a:cubicBezTo>
                    <a:pt x="319805" y="270274"/>
                    <a:pt x="271988" y="287988"/>
                    <a:pt x="222579" y="287988"/>
                  </a:cubicBezTo>
                  <a:cubicBezTo>
                    <a:pt x="108637" y="287988"/>
                    <a:pt x="15939" y="195290"/>
                    <a:pt x="15939" y="81348"/>
                  </a:cubicBezTo>
                  <a:cubicBezTo>
                    <a:pt x="15939" y="57068"/>
                    <a:pt x="20107" y="33296"/>
                    <a:pt x="28330" y="10696"/>
                  </a:cubicBezTo>
                  <a:cubicBezTo>
                    <a:pt x="29834" y="6560"/>
                    <a:pt x="27701" y="1988"/>
                    <a:pt x="23565" y="483"/>
                  </a:cubicBezTo>
                  <a:cubicBezTo>
                    <a:pt x="19431" y="-1023"/>
                    <a:pt x="14857" y="1111"/>
                    <a:pt x="13353" y="5247"/>
                  </a:cubicBezTo>
                  <a:cubicBezTo>
                    <a:pt x="4493" y="29599"/>
                    <a:pt x="0" y="55204"/>
                    <a:pt x="0" y="81348"/>
                  </a:cubicBezTo>
                  <a:cubicBezTo>
                    <a:pt x="2" y="204079"/>
                    <a:pt x="99849" y="303926"/>
                    <a:pt x="222579" y="303926"/>
                  </a:cubicBezTo>
                  <a:cubicBezTo>
                    <a:pt x="275798" y="303926"/>
                    <a:pt x="327304" y="284844"/>
                    <a:pt x="367608" y="250194"/>
                  </a:cubicBezTo>
                  <a:cubicBezTo>
                    <a:pt x="370945" y="247325"/>
                    <a:pt x="371325" y="242294"/>
                    <a:pt x="368455" y="238957"/>
                  </a:cubicBezTo>
                  <a:cubicBezTo>
                    <a:pt x="365587" y="235620"/>
                    <a:pt x="360555" y="235242"/>
                    <a:pt x="357219" y="2381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52"/>
            <p:cNvSpPr/>
            <p:nvPr/>
          </p:nvSpPr>
          <p:spPr>
            <a:xfrm>
              <a:off x="4272916" y="5439087"/>
              <a:ext cx="360833" cy="360831"/>
            </a:xfrm>
            <a:custGeom>
              <a:rect b="b" l="l" r="r" t="t"/>
              <a:pathLst>
                <a:path extrusionOk="0" h="360831" w="360833">
                  <a:moveTo>
                    <a:pt x="293403" y="49892"/>
                  </a:moveTo>
                  <a:cubicBezTo>
                    <a:pt x="296128" y="46437"/>
                    <a:pt x="295538" y="41427"/>
                    <a:pt x="292083" y="38700"/>
                  </a:cubicBezTo>
                  <a:cubicBezTo>
                    <a:pt x="259994" y="13382"/>
                    <a:pt x="221380" y="0"/>
                    <a:pt x="180417" y="0"/>
                  </a:cubicBezTo>
                  <a:cubicBezTo>
                    <a:pt x="80934" y="0"/>
                    <a:pt x="0" y="80934"/>
                    <a:pt x="0" y="180415"/>
                  </a:cubicBezTo>
                  <a:cubicBezTo>
                    <a:pt x="0" y="279898"/>
                    <a:pt x="80934" y="360832"/>
                    <a:pt x="180417" y="360832"/>
                  </a:cubicBezTo>
                  <a:cubicBezTo>
                    <a:pt x="279899" y="360832"/>
                    <a:pt x="360833" y="279898"/>
                    <a:pt x="360833" y="180415"/>
                  </a:cubicBezTo>
                  <a:cubicBezTo>
                    <a:pt x="360833" y="136712"/>
                    <a:pt x="345004" y="94546"/>
                    <a:pt x="316264" y="61689"/>
                  </a:cubicBezTo>
                  <a:cubicBezTo>
                    <a:pt x="313367" y="58375"/>
                    <a:pt x="308334" y="58039"/>
                    <a:pt x="305021" y="60937"/>
                  </a:cubicBezTo>
                  <a:cubicBezTo>
                    <a:pt x="301708" y="63834"/>
                    <a:pt x="301372" y="68868"/>
                    <a:pt x="304269" y="72181"/>
                  </a:cubicBezTo>
                  <a:cubicBezTo>
                    <a:pt x="328717" y="100131"/>
                    <a:pt x="342909" y="135473"/>
                    <a:pt x="344698" y="172448"/>
                  </a:cubicBezTo>
                  <a:lnTo>
                    <a:pt x="320247" y="172448"/>
                  </a:lnTo>
                  <a:cubicBezTo>
                    <a:pt x="315847" y="172448"/>
                    <a:pt x="312278" y="176016"/>
                    <a:pt x="312278" y="180417"/>
                  </a:cubicBezTo>
                  <a:cubicBezTo>
                    <a:pt x="312278" y="184817"/>
                    <a:pt x="315846" y="188385"/>
                    <a:pt x="320247" y="188385"/>
                  </a:cubicBezTo>
                  <a:lnTo>
                    <a:pt x="344699" y="188385"/>
                  </a:lnTo>
                  <a:cubicBezTo>
                    <a:pt x="340654" y="272752"/>
                    <a:pt x="272751" y="340655"/>
                    <a:pt x="188384" y="344699"/>
                  </a:cubicBezTo>
                  <a:lnTo>
                    <a:pt x="188384" y="320247"/>
                  </a:lnTo>
                  <a:cubicBezTo>
                    <a:pt x="188384" y="315847"/>
                    <a:pt x="184816" y="312278"/>
                    <a:pt x="180415" y="312278"/>
                  </a:cubicBezTo>
                  <a:cubicBezTo>
                    <a:pt x="176015" y="312278"/>
                    <a:pt x="172447" y="315846"/>
                    <a:pt x="172447" y="320247"/>
                  </a:cubicBezTo>
                  <a:lnTo>
                    <a:pt x="172447" y="344699"/>
                  </a:lnTo>
                  <a:cubicBezTo>
                    <a:pt x="88080" y="340655"/>
                    <a:pt x="20177" y="272751"/>
                    <a:pt x="16132" y="188385"/>
                  </a:cubicBezTo>
                  <a:lnTo>
                    <a:pt x="40584" y="188385"/>
                  </a:lnTo>
                  <a:cubicBezTo>
                    <a:pt x="44984" y="188385"/>
                    <a:pt x="48553" y="184817"/>
                    <a:pt x="48553" y="180417"/>
                  </a:cubicBezTo>
                  <a:cubicBezTo>
                    <a:pt x="48553" y="176016"/>
                    <a:pt x="44985" y="172448"/>
                    <a:pt x="40584" y="172448"/>
                  </a:cubicBezTo>
                  <a:lnTo>
                    <a:pt x="16132" y="172448"/>
                  </a:lnTo>
                  <a:cubicBezTo>
                    <a:pt x="20176" y="88081"/>
                    <a:pt x="88080" y="20177"/>
                    <a:pt x="172447" y="16133"/>
                  </a:cubicBezTo>
                  <a:lnTo>
                    <a:pt x="172447" y="40585"/>
                  </a:lnTo>
                  <a:cubicBezTo>
                    <a:pt x="172447" y="44985"/>
                    <a:pt x="176014" y="48554"/>
                    <a:pt x="180415" y="48554"/>
                  </a:cubicBezTo>
                  <a:cubicBezTo>
                    <a:pt x="184816" y="48554"/>
                    <a:pt x="188384" y="44986"/>
                    <a:pt x="188384" y="40585"/>
                  </a:cubicBezTo>
                  <a:lnTo>
                    <a:pt x="188384" y="16130"/>
                  </a:lnTo>
                  <a:cubicBezTo>
                    <a:pt x="222759" y="17742"/>
                    <a:pt x="255052" y="29783"/>
                    <a:pt x="282211" y="51212"/>
                  </a:cubicBezTo>
                  <a:cubicBezTo>
                    <a:pt x="285667" y="53937"/>
                    <a:pt x="290677" y="53347"/>
                    <a:pt x="293403" y="498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52"/>
            <p:cNvSpPr/>
            <p:nvPr/>
          </p:nvSpPr>
          <p:spPr>
            <a:xfrm>
              <a:off x="4422760" y="5588931"/>
              <a:ext cx="114074" cy="114074"/>
            </a:xfrm>
            <a:custGeom>
              <a:rect b="b" l="l" r="r" t="t"/>
              <a:pathLst>
                <a:path extrusionOk="0" h="114074" w="114074">
                  <a:moveTo>
                    <a:pt x="30571" y="0"/>
                  </a:moveTo>
                  <a:cubicBezTo>
                    <a:pt x="13714" y="0"/>
                    <a:pt x="0" y="13714"/>
                    <a:pt x="0" y="30571"/>
                  </a:cubicBezTo>
                  <a:cubicBezTo>
                    <a:pt x="0" y="47429"/>
                    <a:pt x="13714" y="61143"/>
                    <a:pt x="30571" y="61143"/>
                  </a:cubicBezTo>
                  <a:cubicBezTo>
                    <a:pt x="36113" y="61143"/>
                    <a:pt x="41310" y="59653"/>
                    <a:pt x="45797" y="57065"/>
                  </a:cubicBezTo>
                  <a:lnTo>
                    <a:pt x="100472" y="111741"/>
                  </a:lnTo>
                  <a:cubicBezTo>
                    <a:pt x="103584" y="114853"/>
                    <a:pt x="108630" y="114853"/>
                    <a:pt x="111741" y="111741"/>
                  </a:cubicBezTo>
                  <a:cubicBezTo>
                    <a:pt x="114853" y="108630"/>
                    <a:pt x="114853" y="103583"/>
                    <a:pt x="111741" y="100472"/>
                  </a:cubicBezTo>
                  <a:lnTo>
                    <a:pt x="57065" y="45797"/>
                  </a:lnTo>
                  <a:cubicBezTo>
                    <a:pt x="59654" y="41310"/>
                    <a:pt x="61143" y="36113"/>
                    <a:pt x="61143" y="30572"/>
                  </a:cubicBezTo>
                  <a:cubicBezTo>
                    <a:pt x="61144" y="13713"/>
                    <a:pt x="47429" y="0"/>
                    <a:pt x="30571" y="0"/>
                  </a:cubicBezTo>
                  <a:close/>
                  <a:moveTo>
                    <a:pt x="15937" y="30571"/>
                  </a:moveTo>
                  <a:cubicBezTo>
                    <a:pt x="15937" y="22502"/>
                    <a:pt x="22502" y="15937"/>
                    <a:pt x="30571" y="15937"/>
                  </a:cubicBezTo>
                  <a:cubicBezTo>
                    <a:pt x="38641" y="15937"/>
                    <a:pt x="45206" y="22502"/>
                    <a:pt x="45206" y="30571"/>
                  </a:cubicBezTo>
                  <a:cubicBezTo>
                    <a:pt x="45206" y="38641"/>
                    <a:pt x="38641" y="45205"/>
                    <a:pt x="30571" y="45205"/>
                  </a:cubicBezTo>
                  <a:cubicBezTo>
                    <a:pt x="22502" y="45205"/>
                    <a:pt x="15937" y="38640"/>
                    <a:pt x="15937" y="305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52"/>
          <p:cNvGrpSpPr/>
          <p:nvPr/>
        </p:nvGrpSpPr>
        <p:grpSpPr>
          <a:xfrm>
            <a:off x="3040410" y="2667601"/>
            <a:ext cx="279219" cy="346082"/>
            <a:chOff x="2416182" y="921888"/>
            <a:chExt cx="475267" cy="589076"/>
          </a:xfrm>
        </p:grpSpPr>
        <p:sp>
          <p:nvSpPr>
            <p:cNvPr id="385" name="Google Shape;385;p52"/>
            <p:cNvSpPr/>
            <p:nvPr/>
          </p:nvSpPr>
          <p:spPr>
            <a:xfrm>
              <a:off x="2416182" y="921888"/>
              <a:ext cx="475267" cy="589076"/>
            </a:xfrm>
            <a:custGeom>
              <a:rect b="b" l="l" r="r" t="t"/>
              <a:pathLst>
                <a:path extrusionOk="0" h="589076" w="475267">
                  <a:moveTo>
                    <a:pt x="475268" y="132087"/>
                  </a:moveTo>
                  <a:cubicBezTo>
                    <a:pt x="475268" y="117845"/>
                    <a:pt x="463682" y="106259"/>
                    <a:pt x="449440" y="106259"/>
                  </a:cubicBezTo>
                  <a:lnTo>
                    <a:pt x="428432" y="106259"/>
                  </a:lnTo>
                  <a:lnTo>
                    <a:pt x="428432" y="45796"/>
                  </a:lnTo>
                  <a:cubicBezTo>
                    <a:pt x="428432" y="25225"/>
                    <a:pt x="411697" y="8491"/>
                    <a:pt x="391127" y="8491"/>
                  </a:cubicBezTo>
                  <a:lnTo>
                    <a:pt x="347906" y="8491"/>
                  </a:lnTo>
                  <a:cubicBezTo>
                    <a:pt x="347842" y="3791"/>
                    <a:pt x="344019" y="0"/>
                    <a:pt x="339303" y="0"/>
                  </a:cubicBezTo>
                  <a:cubicBezTo>
                    <a:pt x="334588" y="0"/>
                    <a:pt x="330765" y="3791"/>
                    <a:pt x="330700" y="8490"/>
                  </a:cubicBezTo>
                  <a:lnTo>
                    <a:pt x="297834" y="8490"/>
                  </a:lnTo>
                  <a:cubicBezTo>
                    <a:pt x="293079" y="8490"/>
                    <a:pt x="289225" y="12344"/>
                    <a:pt x="289225" y="17099"/>
                  </a:cubicBezTo>
                  <a:cubicBezTo>
                    <a:pt x="289225" y="21854"/>
                    <a:pt x="293079" y="25709"/>
                    <a:pt x="297834" y="25709"/>
                  </a:cubicBezTo>
                  <a:lnTo>
                    <a:pt x="330693" y="25709"/>
                  </a:lnTo>
                  <a:lnTo>
                    <a:pt x="330693" y="418273"/>
                  </a:lnTo>
                  <a:cubicBezTo>
                    <a:pt x="330693" y="423027"/>
                    <a:pt x="334547" y="426882"/>
                    <a:pt x="339303" y="426882"/>
                  </a:cubicBezTo>
                  <a:cubicBezTo>
                    <a:pt x="344058" y="426882"/>
                    <a:pt x="347912" y="423028"/>
                    <a:pt x="347912" y="418273"/>
                  </a:cubicBezTo>
                  <a:lnTo>
                    <a:pt x="347912" y="25707"/>
                  </a:lnTo>
                  <a:lnTo>
                    <a:pt x="391127" y="25707"/>
                  </a:lnTo>
                  <a:cubicBezTo>
                    <a:pt x="402203" y="25707"/>
                    <a:pt x="411214" y="34718"/>
                    <a:pt x="411214" y="45795"/>
                  </a:cubicBezTo>
                  <a:lnTo>
                    <a:pt x="411214" y="543300"/>
                  </a:lnTo>
                  <a:cubicBezTo>
                    <a:pt x="411214" y="554376"/>
                    <a:pt x="402203" y="563387"/>
                    <a:pt x="391127" y="563387"/>
                  </a:cubicBezTo>
                  <a:lnTo>
                    <a:pt x="347912" y="563387"/>
                  </a:lnTo>
                  <a:lnTo>
                    <a:pt x="347912" y="460403"/>
                  </a:lnTo>
                  <a:cubicBezTo>
                    <a:pt x="347912" y="455649"/>
                    <a:pt x="344058" y="451793"/>
                    <a:pt x="339303" y="451793"/>
                  </a:cubicBezTo>
                  <a:cubicBezTo>
                    <a:pt x="334547" y="451793"/>
                    <a:pt x="330693" y="455648"/>
                    <a:pt x="330693" y="460403"/>
                  </a:cubicBezTo>
                  <a:lnTo>
                    <a:pt x="330693" y="563387"/>
                  </a:lnTo>
                  <a:lnTo>
                    <a:pt x="59088" y="563387"/>
                  </a:lnTo>
                  <a:cubicBezTo>
                    <a:pt x="48012" y="563387"/>
                    <a:pt x="39001" y="554376"/>
                    <a:pt x="39001" y="543300"/>
                  </a:cubicBezTo>
                  <a:lnTo>
                    <a:pt x="39001" y="514507"/>
                  </a:lnTo>
                  <a:lnTo>
                    <a:pt x="65851" y="514507"/>
                  </a:lnTo>
                  <a:cubicBezTo>
                    <a:pt x="72252" y="520479"/>
                    <a:pt x="80832" y="524142"/>
                    <a:pt x="90254" y="524142"/>
                  </a:cubicBezTo>
                  <a:cubicBezTo>
                    <a:pt x="110003" y="524142"/>
                    <a:pt x="126069" y="508076"/>
                    <a:pt x="126069" y="488327"/>
                  </a:cubicBezTo>
                  <a:cubicBezTo>
                    <a:pt x="126069" y="468578"/>
                    <a:pt x="110003" y="452512"/>
                    <a:pt x="90254" y="452512"/>
                  </a:cubicBezTo>
                  <a:cubicBezTo>
                    <a:pt x="80832" y="452512"/>
                    <a:pt x="72252" y="456176"/>
                    <a:pt x="65851" y="462147"/>
                  </a:cubicBezTo>
                  <a:lnTo>
                    <a:pt x="39002" y="462147"/>
                  </a:lnTo>
                  <a:lnTo>
                    <a:pt x="39002" y="417245"/>
                  </a:lnTo>
                  <a:lnTo>
                    <a:pt x="65852" y="417245"/>
                  </a:lnTo>
                  <a:cubicBezTo>
                    <a:pt x="72253" y="423216"/>
                    <a:pt x="80833" y="426880"/>
                    <a:pt x="90256" y="426880"/>
                  </a:cubicBezTo>
                  <a:cubicBezTo>
                    <a:pt x="110004" y="426880"/>
                    <a:pt x="126070" y="410814"/>
                    <a:pt x="126070" y="391065"/>
                  </a:cubicBezTo>
                  <a:cubicBezTo>
                    <a:pt x="126070" y="371316"/>
                    <a:pt x="110004" y="355250"/>
                    <a:pt x="90256" y="355250"/>
                  </a:cubicBezTo>
                  <a:cubicBezTo>
                    <a:pt x="80832" y="355250"/>
                    <a:pt x="72252" y="358915"/>
                    <a:pt x="65852" y="364885"/>
                  </a:cubicBezTo>
                  <a:lnTo>
                    <a:pt x="39002" y="364885"/>
                  </a:lnTo>
                  <a:lnTo>
                    <a:pt x="39002" y="319983"/>
                  </a:lnTo>
                  <a:lnTo>
                    <a:pt x="65852" y="319983"/>
                  </a:lnTo>
                  <a:cubicBezTo>
                    <a:pt x="72253" y="325954"/>
                    <a:pt x="80833" y="329617"/>
                    <a:pt x="90256" y="329617"/>
                  </a:cubicBezTo>
                  <a:cubicBezTo>
                    <a:pt x="110004" y="329617"/>
                    <a:pt x="126070" y="313551"/>
                    <a:pt x="126070" y="293803"/>
                  </a:cubicBezTo>
                  <a:cubicBezTo>
                    <a:pt x="126070" y="274054"/>
                    <a:pt x="110004" y="257988"/>
                    <a:pt x="90256" y="257988"/>
                  </a:cubicBezTo>
                  <a:cubicBezTo>
                    <a:pt x="80833" y="257988"/>
                    <a:pt x="72253" y="261651"/>
                    <a:pt x="65852" y="267622"/>
                  </a:cubicBezTo>
                  <a:lnTo>
                    <a:pt x="39002" y="267622"/>
                  </a:lnTo>
                  <a:lnTo>
                    <a:pt x="39002" y="259565"/>
                  </a:lnTo>
                  <a:cubicBezTo>
                    <a:pt x="39002" y="254811"/>
                    <a:pt x="35148" y="250956"/>
                    <a:pt x="30392" y="250956"/>
                  </a:cubicBezTo>
                  <a:cubicBezTo>
                    <a:pt x="25637" y="250956"/>
                    <a:pt x="21783" y="254810"/>
                    <a:pt x="21783" y="259565"/>
                  </a:cubicBezTo>
                  <a:lnTo>
                    <a:pt x="21783" y="267622"/>
                  </a:lnTo>
                  <a:lnTo>
                    <a:pt x="8609" y="267622"/>
                  </a:lnTo>
                  <a:cubicBezTo>
                    <a:pt x="3854" y="267622"/>
                    <a:pt x="0" y="271477"/>
                    <a:pt x="0" y="276232"/>
                  </a:cubicBezTo>
                  <a:cubicBezTo>
                    <a:pt x="0" y="280987"/>
                    <a:pt x="3854" y="284841"/>
                    <a:pt x="8609" y="284841"/>
                  </a:cubicBezTo>
                  <a:lnTo>
                    <a:pt x="21784" y="284841"/>
                  </a:lnTo>
                  <a:lnTo>
                    <a:pt x="21784" y="302766"/>
                  </a:lnTo>
                  <a:lnTo>
                    <a:pt x="8609" y="302766"/>
                  </a:lnTo>
                  <a:cubicBezTo>
                    <a:pt x="3854" y="302766"/>
                    <a:pt x="0" y="306621"/>
                    <a:pt x="0" y="311376"/>
                  </a:cubicBezTo>
                  <a:cubicBezTo>
                    <a:pt x="0" y="316131"/>
                    <a:pt x="3854" y="319985"/>
                    <a:pt x="8609" y="319985"/>
                  </a:cubicBezTo>
                  <a:lnTo>
                    <a:pt x="21784" y="319985"/>
                  </a:lnTo>
                  <a:lnTo>
                    <a:pt x="21784" y="364887"/>
                  </a:lnTo>
                  <a:lnTo>
                    <a:pt x="8609" y="364887"/>
                  </a:lnTo>
                  <a:cubicBezTo>
                    <a:pt x="3854" y="364887"/>
                    <a:pt x="0" y="368741"/>
                    <a:pt x="0" y="373496"/>
                  </a:cubicBezTo>
                  <a:cubicBezTo>
                    <a:pt x="0" y="378251"/>
                    <a:pt x="3854" y="382106"/>
                    <a:pt x="8609" y="382106"/>
                  </a:cubicBezTo>
                  <a:lnTo>
                    <a:pt x="21784" y="382106"/>
                  </a:lnTo>
                  <a:lnTo>
                    <a:pt x="21784" y="400031"/>
                  </a:lnTo>
                  <a:lnTo>
                    <a:pt x="8609" y="400031"/>
                  </a:lnTo>
                  <a:cubicBezTo>
                    <a:pt x="3854" y="400031"/>
                    <a:pt x="0" y="403885"/>
                    <a:pt x="0" y="408640"/>
                  </a:cubicBezTo>
                  <a:cubicBezTo>
                    <a:pt x="0" y="413396"/>
                    <a:pt x="3854" y="417250"/>
                    <a:pt x="8609" y="417250"/>
                  </a:cubicBezTo>
                  <a:lnTo>
                    <a:pt x="21784" y="417250"/>
                  </a:lnTo>
                  <a:lnTo>
                    <a:pt x="21784" y="462152"/>
                  </a:lnTo>
                  <a:lnTo>
                    <a:pt x="8609" y="462152"/>
                  </a:lnTo>
                  <a:cubicBezTo>
                    <a:pt x="3854" y="462152"/>
                    <a:pt x="0" y="466006"/>
                    <a:pt x="0" y="470761"/>
                  </a:cubicBezTo>
                  <a:cubicBezTo>
                    <a:pt x="0" y="475516"/>
                    <a:pt x="3854" y="479370"/>
                    <a:pt x="8609" y="479370"/>
                  </a:cubicBezTo>
                  <a:lnTo>
                    <a:pt x="21784" y="479370"/>
                  </a:lnTo>
                  <a:lnTo>
                    <a:pt x="21784" y="497296"/>
                  </a:lnTo>
                  <a:lnTo>
                    <a:pt x="8609" y="497296"/>
                  </a:lnTo>
                  <a:cubicBezTo>
                    <a:pt x="3854" y="497296"/>
                    <a:pt x="0" y="501150"/>
                    <a:pt x="0" y="505905"/>
                  </a:cubicBezTo>
                  <a:cubicBezTo>
                    <a:pt x="0" y="510660"/>
                    <a:pt x="3854" y="514514"/>
                    <a:pt x="8609" y="514514"/>
                  </a:cubicBezTo>
                  <a:lnTo>
                    <a:pt x="21784" y="514514"/>
                  </a:lnTo>
                  <a:lnTo>
                    <a:pt x="21784" y="543306"/>
                  </a:lnTo>
                  <a:cubicBezTo>
                    <a:pt x="21784" y="563877"/>
                    <a:pt x="38519" y="580611"/>
                    <a:pt x="59089" y="580611"/>
                  </a:cubicBezTo>
                  <a:lnTo>
                    <a:pt x="330701" y="580611"/>
                  </a:lnTo>
                  <a:cubicBezTo>
                    <a:pt x="330778" y="585298"/>
                    <a:pt x="334596" y="589077"/>
                    <a:pt x="339303" y="589077"/>
                  </a:cubicBezTo>
                  <a:cubicBezTo>
                    <a:pt x="344009" y="589077"/>
                    <a:pt x="347827" y="585298"/>
                    <a:pt x="347904" y="580611"/>
                  </a:cubicBezTo>
                  <a:lnTo>
                    <a:pt x="391126" y="580611"/>
                  </a:lnTo>
                  <a:cubicBezTo>
                    <a:pt x="411696" y="580611"/>
                    <a:pt x="428431" y="563876"/>
                    <a:pt x="428431" y="543306"/>
                  </a:cubicBezTo>
                  <a:lnTo>
                    <a:pt x="428431" y="452948"/>
                  </a:lnTo>
                  <a:lnTo>
                    <a:pt x="449439" y="452948"/>
                  </a:lnTo>
                  <a:cubicBezTo>
                    <a:pt x="463679" y="452948"/>
                    <a:pt x="475266" y="441363"/>
                    <a:pt x="475266" y="427121"/>
                  </a:cubicBezTo>
                  <a:lnTo>
                    <a:pt x="475266" y="359588"/>
                  </a:lnTo>
                  <a:cubicBezTo>
                    <a:pt x="475266" y="345346"/>
                    <a:pt x="463681" y="333760"/>
                    <a:pt x="449439" y="333760"/>
                  </a:cubicBezTo>
                  <a:lnTo>
                    <a:pt x="428431" y="333760"/>
                  </a:lnTo>
                  <a:lnTo>
                    <a:pt x="428431" y="297991"/>
                  </a:lnTo>
                  <a:lnTo>
                    <a:pt x="449439" y="297991"/>
                  </a:lnTo>
                  <a:cubicBezTo>
                    <a:pt x="463679" y="297991"/>
                    <a:pt x="475266" y="286405"/>
                    <a:pt x="475266" y="272163"/>
                  </a:cubicBezTo>
                  <a:lnTo>
                    <a:pt x="475266" y="132087"/>
                  </a:lnTo>
                  <a:close/>
                  <a:moveTo>
                    <a:pt x="108853" y="293804"/>
                  </a:moveTo>
                  <a:cubicBezTo>
                    <a:pt x="108853" y="304058"/>
                    <a:pt x="100509" y="312401"/>
                    <a:pt x="90256" y="312401"/>
                  </a:cubicBezTo>
                  <a:cubicBezTo>
                    <a:pt x="88807" y="312401"/>
                    <a:pt x="87403" y="312218"/>
                    <a:pt x="86050" y="311903"/>
                  </a:cubicBezTo>
                  <a:cubicBezTo>
                    <a:pt x="86061" y="311727"/>
                    <a:pt x="86077" y="311553"/>
                    <a:pt x="86077" y="311375"/>
                  </a:cubicBezTo>
                  <a:cubicBezTo>
                    <a:pt x="86077" y="306621"/>
                    <a:pt x="82223" y="302765"/>
                    <a:pt x="77467" y="302765"/>
                  </a:cubicBezTo>
                  <a:lnTo>
                    <a:pt x="73970" y="302765"/>
                  </a:lnTo>
                  <a:cubicBezTo>
                    <a:pt x="72499" y="300105"/>
                    <a:pt x="71658" y="297052"/>
                    <a:pt x="71658" y="293803"/>
                  </a:cubicBezTo>
                  <a:cubicBezTo>
                    <a:pt x="71658" y="290554"/>
                    <a:pt x="72501" y="287500"/>
                    <a:pt x="73971" y="284840"/>
                  </a:cubicBezTo>
                  <a:lnTo>
                    <a:pt x="77469" y="284840"/>
                  </a:lnTo>
                  <a:cubicBezTo>
                    <a:pt x="82224" y="284840"/>
                    <a:pt x="86078" y="280986"/>
                    <a:pt x="86078" y="276231"/>
                  </a:cubicBezTo>
                  <a:cubicBezTo>
                    <a:pt x="86078" y="276052"/>
                    <a:pt x="86062" y="275879"/>
                    <a:pt x="86052" y="275702"/>
                  </a:cubicBezTo>
                  <a:cubicBezTo>
                    <a:pt x="87406" y="275387"/>
                    <a:pt x="88809" y="275204"/>
                    <a:pt x="90257" y="275204"/>
                  </a:cubicBezTo>
                  <a:cubicBezTo>
                    <a:pt x="100510" y="275207"/>
                    <a:pt x="108853" y="283549"/>
                    <a:pt x="108853" y="293804"/>
                  </a:cubicBezTo>
                  <a:close/>
                  <a:moveTo>
                    <a:pt x="39002" y="284841"/>
                  </a:moveTo>
                  <a:lnTo>
                    <a:pt x="55576" y="284841"/>
                  </a:lnTo>
                  <a:cubicBezTo>
                    <a:pt x="54835" y="287707"/>
                    <a:pt x="54441" y="290710"/>
                    <a:pt x="54441" y="293804"/>
                  </a:cubicBezTo>
                  <a:cubicBezTo>
                    <a:pt x="54441" y="296898"/>
                    <a:pt x="54835" y="299900"/>
                    <a:pt x="55576" y="302766"/>
                  </a:cubicBezTo>
                  <a:lnTo>
                    <a:pt x="39002" y="302766"/>
                  </a:lnTo>
                  <a:close/>
                  <a:moveTo>
                    <a:pt x="108853" y="391066"/>
                  </a:moveTo>
                  <a:cubicBezTo>
                    <a:pt x="108853" y="401321"/>
                    <a:pt x="100509" y="409663"/>
                    <a:pt x="90256" y="409663"/>
                  </a:cubicBezTo>
                  <a:cubicBezTo>
                    <a:pt x="88807" y="409663"/>
                    <a:pt x="87403" y="409480"/>
                    <a:pt x="86050" y="409165"/>
                  </a:cubicBezTo>
                  <a:cubicBezTo>
                    <a:pt x="86061" y="408989"/>
                    <a:pt x="86077" y="408815"/>
                    <a:pt x="86077" y="408637"/>
                  </a:cubicBezTo>
                  <a:cubicBezTo>
                    <a:pt x="86077" y="403883"/>
                    <a:pt x="82223" y="400028"/>
                    <a:pt x="77467" y="400028"/>
                  </a:cubicBezTo>
                  <a:lnTo>
                    <a:pt x="73970" y="400028"/>
                  </a:lnTo>
                  <a:cubicBezTo>
                    <a:pt x="72499" y="397368"/>
                    <a:pt x="71658" y="394314"/>
                    <a:pt x="71658" y="391065"/>
                  </a:cubicBezTo>
                  <a:cubicBezTo>
                    <a:pt x="71658" y="387816"/>
                    <a:pt x="72501" y="384762"/>
                    <a:pt x="73970" y="382102"/>
                  </a:cubicBezTo>
                  <a:lnTo>
                    <a:pt x="77467" y="382102"/>
                  </a:lnTo>
                  <a:cubicBezTo>
                    <a:pt x="82223" y="382102"/>
                    <a:pt x="86077" y="378248"/>
                    <a:pt x="86077" y="373493"/>
                  </a:cubicBezTo>
                  <a:cubicBezTo>
                    <a:pt x="86077" y="373315"/>
                    <a:pt x="86061" y="373140"/>
                    <a:pt x="86050" y="372965"/>
                  </a:cubicBezTo>
                  <a:cubicBezTo>
                    <a:pt x="87405" y="372650"/>
                    <a:pt x="88808" y="372467"/>
                    <a:pt x="90256" y="372467"/>
                  </a:cubicBezTo>
                  <a:cubicBezTo>
                    <a:pt x="100510" y="372468"/>
                    <a:pt x="108853" y="380811"/>
                    <a:pt x="108853" y="391066"/>
                  </a:cubicBezTo>
                  <a:close/>
                  <a:moveTo>
                    <a:pt x="39002" y="382103"/>
                  </a:moveTo>
                  <a:lnTo>
                    <a:pt x="55576" y="382103"/>
                  </a:lnTo>
                  <a:cubicBezTo>
                    <a:pt x="54835" y="384969"/>
                    <a:pt x="54441" y="387972"/>
                    <a:pt x="54441" y="391066"/>
                  </a:cubicBezTo>
                  <a:cubicBezTo>
                    <a:pt x="54441" y="394160"/>
                    <a:pt x="54835" y="397163"/>
                    <a:pt x="55576" y="400029"/>
                  </a:cubicBezTo>
                  <a:lnTo>
                    <a:pt x="39002" y="400029"/>
                  </a:lnTo>
                  <a:close/>
                  <a:moveTo>
                    <a:pt x="108853" y="488327"/>
                  </a:moveTo>
                  <a:cubicBezTo>
                    <a:pt x="108853" y="498582"/>
                    <a:pt x="100509" y="506924"/>
                    <a:pt x="90256" y="506924"/>
                  </a:cubicBezTo>
                  <a:cubicBezTo>
                    <a:pt x="88807" y="506924"/>
                    <a:pt x="87403" y="506741"/>
                    <a:pt x="86050" y="506426"/>
                  </a:cubicBezTo>
                  <a:cubicBezTo>
                    <a:pt x="86061" y="506251"/>
                    <a:pt x="86077" y="506076"/>
                    <a:pt x="86077" y="505898"/>
                  </a:cubicBezTo>
                  <a:cubicBezTo>
                    <a:pt x="86077" y="501144"/>
                    <a:pt x="82223" y="497289"/>
                    <a:pt x="77467" y="497289"/>
                  </a:cubicBezTo>
                  <a:lnTo>
                    <a:pt x="73970" y="497289"/>
                  </a:lnTo>
                  <a:cubicBezTo>
                    <a:pt x="72499" y="494629"/>
                    <a:pt x="71657" y="491574"/>
                    <a:pt x="71657" y="488326"/>
                  </a:cubicBezTo>
                  <a:cubicBezTo>
                    <a:pt x="71657" y="485078"/>
                    <a:pt x="72499" y="482023"/>
                    <a:pt x="73970" y="479363"/>
                  </a:cubicBezTo>
                  <a:lnTo>
                    <a:pt x="77467" y="479363"/>
                  </a:lnTo>
                  <a:cubicBezTo>
                    <a:pt x="82223" y="479363"/>
                    <a:pt x="86077" y="475509"/>
                    <a:pt x="86077" y="470754"/>
                  </a:cubicBezTo>
                  <a:cubicBezTo>
                    <a:pt x="86077" y="470576"/>
                    <a:pt x="86061" y="470402"/>
                    <a:pt x="86050" y="470226"/>
                  </a:cubicBezTo>
                  <a:cubicBezTo>
                    <a:pt x="87405" y="469911"/>
                    <a:pt x="88808" y="469728"/>
                    <a:pt x="90256" y="469728"/>
                  </a:cubicBezTo>
                  <a:cubicBezTo>
                    <a:pt x="100510" y="469730"/>
                    <a:pt x="108853" y="478074"/>
                    <a:pt x="108853" y="488327"/>
                  </a:cubicBezTo>
                  <a:close/>
                  <a:moveTo>
                    <a:pt x="39002" y="479365"/>
                  </a:moveTo>
                  <a:lnTo>
                    <a:pt x="55576" y="479365"/>
                  </a:lnTo>
                  <a:cubicBezTo>
                    <a:pt x="54835" y="482231"/>
                    <a:pt x="54441" y="485233"/>
                    <a:pt x="54441" y="488327"/>
                  </a:cubicBezTo>
                  <a:cubicBezTo>
                    <a:pt x="54441" y="491421"/>
                    <a:pt x="54835" y="494425"/>
                    <a:pt x="55576" y="497290"/>
                  </a:cubicBezTo>
                  <a:lnTo>
                    <a:pt x="39002" y="497290"/>
                  </a:lnTo>
                  <a:close/>
                  <a:moveTo>
                    <a:pt x="449440" y="123477"/>
                  </a:moveTo>
                  <a:cubicBezTo>
                    <a:pt x="454188" y="123477"/>
                    <a:pt x="458050" y="127338"/>
                    <a:pt x="458050" y="132087"/>
                  </a:cubicBezTo>
                  <a:lnTo>
                    <a:pt x="458050" y="199620"/>
                  </a:lnTo>
                  <a:cubicBezTo>
                    <a:pt x="458050" y="204367"/>
                    <a:pt x="454189" y="208230"/>
                    <a:pt x="449440" y="208230"/>
                  </a:cubicBezTo>
                  <a:lnTo>
                    <a:pt x="428432" y="208230"/>
                  </a:lnTo>
                  <a:lnTo>
                    <a:pt x="428432" y="123478"/>
                  </a:lnTo>
                  <a:lnTo>
                    <a:pt x="449440" y="123478"/>
                  </a:lnTo>
                  <a:close/>
                  <a:moveTo>
                    <a:pt x="449440" y="350972"/>
                  </a:moveTo>
                  <a:cubicBezTo>
                    <a:pt x="454188" y="350972"/>
                    <a:pt x="458050" y="354834"/>
                    <a:pt x="458050" y="359582"/>
                  </a:cubicBezTo>
                  <a:lnTo>
                    <a:pt x="458050" y="427116"/>
                  </a:lnTo>
                  <a:cubicBezTo>
                    <a:pt x="458050" y="431863"/>
                    <a:pt x="454189" y="435725"/>
                    <a:pt x="449440" y="435725"/>
                  </a:cubicBezTo>
                  <a:lnTo>
                    <a:pt x="428432" y="435725"/>
                  </a:lnTo>
                  <a:lnTo>
                    <a:pt x="428432" y="350974"/>
                  </a:lnTo>
                  <a:lnTo>
                    <a:pt x="449440" y="350974"/>
                  </a:lnTo>
                  <a:close/>
                  <a:moveTo>
                    <a:pt x="449440" y="280767"/>
                  </a:moveTo>
                  <a:lnTo>
                    <a:pt x="428432" y="280767"/>
                  </a:lnTo>
                  <a:lnTo>
                    <a:pt x="428432" y="225446"/>
                  </a:lnTo>
                  <a:lnTo>
                    <a:pt x="449440" y="225446"/>
                  </a:lnTo>
                  <a:cubicBezTo>
                    <a:pt x="452458" y="225446"/>
                    <a:pt x="455355" y="224922"/>
                    <a:pt x="458050" y="223965"/>
                  </a:cubicBezTo>
                  <a:lnTo>
                    <a:pt x="458050" y="272158"/>
                  </a:lnTo>
                  <a:cubicBezTo>
                    <a:pt x="458050" y="276906"/>
                    <a:pt x="454188" y="280767"/>
                    <a:pt x="449440" y="2807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52"/>
            <p:cNvSpPr/>
            <p:nvPr/>
          </p:nvSpPr>
          <p:spPr>
            <a:xfrm>
              <a:off x="2416182" y="930377"/>
              <a:ext cx="262473" cy="223805"/>
            </a:xfrm>
            <a:custGeom>
              <a:rect b="b" l="l" r="r" t="t"/>
              <a:pathLst>
                <a:path extrusionOk="0" h="223805" w="262473">
                  <a:moveTo>
                    <a:pt x="8609" y="196952"/>
                  </a:moveTo>
                  <a:cubicBezTo>
                    <a:pt x="3854" y="196952"/>
                    <a:pt x="0" y="200806"/>
                    <a:pt x="0" y="205562"/>
                  </a:cubicBezTo>
                  <a:cubicBezTo>
                    <a:pt x="0" y="210317"/>
                    <a:pt x="3854" y="214171"/>
                    <a:pt x="8609" y="214171"/>
                  </a:cubicBezTo>
                  <a:lnTo>
                    <a:pt x="65852" y="214171"/>
                  </a:lnTo>
                  <a:cubicBezTo>
                    <a:pt x="72253" y="220142"/>
                    <a:pt x="80833" y="223806"/>
                    <a:pt x="90256" y="223806"/>
                  </a:cubicBezTo>
                  <a:cubicBezTo>
                    <a:pt x="110004" y="223806"/>
                    <a:pt x="126070" y="207740"/>
                    <a:pt x="126070" y="187991"/>
                  </a:cubicBezTo>
                  <a:cubicBezTo>
                    <a:pt x="126070" y="168242"/>
                    <a:pt x="110004" y="152176"/>
                    <a:pt x="90256" y="152176"/>
                  </a:cubicBezTo>
                  <a:cubicBezTo>
                    <a:pt x="80833" y="152176"/>
                    <a:pt x="72253" y="155839"/>
                    <a:pt x="65852" y="161810"/>
                  </a:cubicBezTo>
                  <a:lnTo>
                    <a:pt x="39002" y="161810"/>
                  </a:lnTo>
                  <a:lnTo>
                    <a:pt x="39002" y="116910"/>
                  </a:lnTo>
                  <a:lnTo>
                    <a:pt x="65852" y="116910"/>
                  </a:lnTo>
                  <a:cubicBezTo>
                    <a:pt x="72253" y="122881"/>
                    <a:pt x="80833" y="126544"/>
                    <a:pt x="90256" y="126544"/>
                  </a:cubicBezTo>
                  <a:cubicBezTo>
                    <a:pt x="110004" y="126544"/>
                    <a:pt x="126070" y="110478"/>
                    <a:pt x="126070" y="90730"/>
                  </a:cubicBezTo>
                  <a:cubicBezTo>
                    <a:pt x="126070" y="70981"/>
                    <a:pt x="110004" y="54915"/>
                    <a:pt x="90256" y="54915"/>
                  </a:cubicBezTo>
                  <a:cubicBezTo>
                    <a:pt x="80833" y="54915"/>
                    <a:pt x="72253" y="58578"/>
                    <a:pt x="65852" y="64549"/>
                  </a:cubicBezTo>
                  <a:lnTo>
                    <a:pt x="39002" y="64549"/>
                  </a:lnTo>
                  <a:lnTo>
                    <a:pt x="39002" y="37306"/>
                  </a:lnTo>
                  <a:cubicBezTo>
                    <a:pt x="39002" y="26230"/>
                    <a:pt x="48013" y="17219"/>
                    <a:pt x="59089" y="17219"/>
                  </a:cubicBezTo>
                  <a:lnTo>
                    <a:pt x="253864" y="17219"/>
                  </a:lnTo>
                  <a:cubicBezTo>
                    <a:pt x="258619" y="17219"/>
                    <a:pt x="262474" y="13365"/>
                    <a:pt x="262474" y="8609"/>
                  </a:cubicBezTo>
                  <a:cubicBezTo>
                    <a:pt x="262474" y="3854"/>
                    <a:pt x="258619" y="0"/>
                    <a:pt x="253864" y="0"/>
                  </a:cubicBezTo>
                  <a:lnTo>
                    <a:pt x="59089" y="0"/>
                  </a:lnTo>
                  <a:cubicBezTo>
                    <a:pt x="38519" y="0"/>
                    <a:pt x="21784" y="16736"/>
                    <a:pt x="21784" y="37305"/>
                  </a:cubicBezTo>
                  <a:lnTo>
                    <a:pt x="21784" y="64546"/>
                  </a:lnTo>
                  <a:lnTo>
                    <a:pt x="8609" y="64546"/>
                  </a:lnTo>
                  <a:cubicBezTo>
                    <a:pt x="3854" y="64546"/>
                    <a:pt x="0" y="68400"/>
                    <a:pt x="0" y="73155"/>
                  </a:cubicBezTo>
                  <a:cubicBezTo>
                    <a:pt x="0" y="77909"/>
                    <a:pt x="3854" y="81765"/>
                    <a:pt x="8609" y="81765"/>
                  </a:cubicBezTo>
                  <a:lnTo>
                    <a:pt x="21784" y="81765"/>
                  </a:lnTo>
                  <a:lnTo>
                    <a:pt x="21784" y="99690"/>
                  </a:lnTo>
                  <a:lnTo>
                    <a:pt x="8609" y="99690"/>
                  </a:lnTo>
                  <a:cubicBezTo>
                    <a:pt x="3854" y="99690"/>
                    <a:pt x="0" y="103544"/>
                    <a:pt x="0" y="108299"/>
                  </a:cubicBezTo>
                  <a:cubicBezTo>
                    <a:pt x="0" y="113053"/>
                    <a:pt x="3854" y="116909"/>
                    <a:pt x="8609" y="116909"/>
                  </a:cubicBezTo>
                  <a:lnTo>
                    <a:pt x="21784" y="116909"/>
                  </a:lnTo>
                  <a:lnTo>
                    <a:pt x="21784" y="161809"/>
                  </a:lnTo>
                  <a:lnTo>
                    <a:pt x="8609" y="161809"/>
                  </a:lnTo>
                  <a:cubicBezTo>
                    <a:pt x="3854" y="161809"/>
                    <a:pt x="0" y="165664"/>
                    <a:pt x="0" y="170419"/>
                  </a:cubicBezTo>
                  <a:cubicBezTo>
                    <a:pt x="0" y="175173"/>
                    <a:pt x="3854" y="179028"/>
                    <a:pt x="8609" y="179028"/>
                  </a:cubicBezTo>
                  <a:lnTo>
                    <a:pt x="21784" y="179028"/>
                  </a:lnTo>
                  <a:lnTo>
                    <a:pt x="21784" y="196953"/>
                  </a:lnTo>
                  <a:lnTo>
                    <a:pt x="8609" y="196953"/>
                  </a:lnTo>
                  <a:close/>
                  <a:moveTo>
                    <a:pt x="108853" y="90727"/>
                  </a:moveTo>
                  <a:cubicBezTo>
                    <a:pt x="108853" y="100982"/>
                    <a:pt x="100509" y="109324"/>
                    <a:pt x="90256" y="109324"/>
                  </a:cubicBezTo>
                  <a:cubicBezTo>
                    <a:pt x="88807" y="109324"/>
                    <a:pt x="87403" y="109142"/>
                    <a:pt x="86050" y="108826"/>
                  </a:cubicBezTo>
                  <a:cubicBezTo>
                    <a:pt x="86061" y="108651"/>
                    <a:pt x="86077" y="108477"/>
                    <a:pt x="86077" y="108298"/>
                  </a:cubicBezTo>
                  <a:cubicBezTo>
                    <a:pt x="86077" y="103544"/>
                    <a:pt x="82223" y="99689"/>
                    <a:pt x="77467" y="99689"/>
                  </a:cubicBezTo>
                  <a:lnTo>
                    <a:pt x="73970" y="99689"/>
                  </a:lnTo>
                  <a:cubicBezTo>
                    <a:pt x="72499" y="97029"/>
                    <a:pt x="71657" y="93975"/>
                    <a:pt x="71657" y="90726"/>
                  </a:cubicBezTo>
                  <a:cubicBezTo>
                    <a:pt x="71657" y="87477"/>
                    <a:pt x="72499" y="84424"/>
                    <a:pt x="73970" y="81764"/>
                  </a:cubicBezTo>
                  <a:lnTo>
                    <a:pt x="77467" y="81764"/>
                  </a:lnTo>
                  <a:cubicBezTo>
                    <a:pt x="82223" y="81764"/>
                    <a:pt x="86077" y="77909"/>
                    <a:pt x="86077" y="73154"/>
                  </a:cubicBezTo>
                  <a:cubicBezTo>
                    <a:pt x="86077" y="72976"/>
                    <a:pt x="86061" y="72802"/>
                    <a:pt x="86050" y="72626"/>
                  </a:cubicBezTo>
                  <a:cubicBezTo>
                    <a:pt x="87405" y="72311"/>
                    <a:pt x="88808" y="72128"/>
                    <a:pt x="90256" y="72128"/>
                  </a:cubicBezTo>
                  <a:cubicBezTo>
                    <a:pt x="100510" y="72130"/>
                    <a:pt x="108853" y="80473"/>
                    <a:pt x="108853" y="90727"/>
                  </a:cubicBezTo>
                  <a:close/>
                  <a:moveTo>
                    <a:pt x="39002" y="81765"/>
                  </a:moveTo>
                  <a:lnTo>
                    <a:pt x="55576" y="81765"/>
                  </a:lnTo>
                  <a:cubicBezTo>
                    <a:pt x="54835" y="84631"/>
                    <a:pt x="54441" y="87634"/>
                    <a:pt x="54441" y="90727"/>
                  </a:cubicBezTo>
                  <a:cubicBezTo>
                    <a:pt x="54441" y="93821"/>
                    <a:pt x="54835" y="96824"/>
                    <a:pt x="55576" y="99690"/>
                  </a:cubicBezTo>
                  <a:lnTo>
                    <a:pt x="39002" y="99690"/>
                  </a:lnTo>
                  <a:close/>
                  <a:moveTo>
                    <a:pt x="108853" y="187990"/>
                  </a:moveTo>
                  <a:cubicBezTo>
                    <a:pt x="108853" y="198244"/>
                    <a:pt x="100509" y="206587"/>
                    <a:pt x="90256" y="206587"/>
                  </a:cubicBezTo>
                  <a:cubicBezTo>
                    <a:pt x="88807" y="206587"/>
                    <a:pt x="87403" y="206404"/>
                    <a:pt x="86050" y="206089"/>
                  </a:cubicBezTo>
                  <a:cubicBezTo>
                    <a:pt x="86061" y="205913"/>
                    <a:pt x="86077" y="205739"/>
                    <a:pt x="86077" y="205560"/>
                  </a:cubicBezTo>
                  <a:cubicBezTo>
                    <a:pt x="86077" y="200806"/>
                    <a:pt x="82223" y="196951"/>
                    <a:pt x="77467" y="196951"/>
                  </a:cubicBezTo>
                  <a:lnTo>
                    <a:pt x="73970" y="196951"/>
                  </a:lnTo>
                  <a:cubicBezTo>
                    <a:pt x="72499" y="194291"/>
                    <a:pt x="71658" y="191238"/>
                    <a:pt x="71658" y="187988"/>
                  </a:cubicBezTo>
                  <a:cubicBezTo>
                    <a:pt x="71658" y="184739"/>
                    <a:pt x="72501" y="181686"/>
                    <a:pt x="73971" y="179026"/>
                  </a:cubicBezTo>
                  <a:lnTo>
                    <a:pt x="77469" y="179026"/>
                  </a:lnTo>
                  <a:cubicBezTo>
                    <a:pt x="82224" y="179026"/>
                    <a:pt x="86078" y="175172"/>
                    <a:pt x="86078" y="170416"/>
                  </a:cubicBezTo>
                  <a:cubicBezTo>
                    <a:pt x="86078" y="170238"/>
                    <a:pt x="86062" y="170064"/>
                    <a:pt x="86052" y="169888"/>
                  </a:cubicBezTo>
                  <a:cubicBezTo>
                    <a:pt x="87406" y="169573"/>
                    <a:pt x="88809" y="169390"/>
                    <a:pt x="90257" y="169390"/>
                  </a:cubicBezTo>
                  <a:cubicBezTo>
                    <a:pt x="100510" y="169391"/>
                    <a:pt x="108853" y="177734"/>
                    <a:pt x="108853" y="187990"/>
                  </a:cubicBezTo>
                  <a:close/>
                  <a:moveTo>
                    <a:pt x="39002" y="179026"/>
                  </a:moveTo>
                  <a:lnTo>
                    <a:pt x="55576" y="179026"/>
                  </a:lnTo>
                  <a:cubicBezTo>
                    <a:pt x="54835" y="181892"/>
                    <a:pt x="54441" y="184895"/>
                    <a:pt x="54441" y="187988"/>
                  </a:cubicBezTo>
                  <a:cubicBezTo>
                    <a:pt x="54441" y="191082"/>
                    <a:pt x="54835" y="194085"/>
                    <a:pt x="55576" y="196951"/>
                  </a:cubicBezTo>
                  <a:lnTo>
                    <a:pt x="39002" y="1969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52"/>
            <p:cNvSpPr/>
            <p:nvPr/>
          </p:nvSpPr>
          <p:spPr>
            <a:xfrm>
              <a:off x="2558942" y="1086982"/>
              <a:ext cx="169240" cy="119748"/>
            </a:xfrm>
            <a:custGeom>
              <a:rect b="b" l="l" r="r" t="t"/>
              <a:pathLst>
                <a:path extrusionOk="0" h="119748" w="169240">
                  <a:moveTo>
                    <a:pt x="0" y="29271"/>
                  </a:moveTo>
                  <a:lnTo>
                    <a:pt x="0" y="90478"/>
                  </a:lnTo>
                  <a:cubicBezTo>
                    <a:pt x="0" y="106617"/>
                    <a:pt x="13131" y="119748"/>
                    <a:pt x="29271" y="119748"/>
                  </a:cubicBezTo>
                  <a:lnTo>
                    <a:pt x="139970" y="119748"/>
                  </a:lnTo>
                  <a:cubicBezTo>
                    <a:pt x="156110" y="119748"/>
                    <a:pt x="169241" y="106617"/>
                    <a:pt x="169241" y="90478"/>
                  </a:cubicBezTo>
                  <a:lnTo>
                    <a:pt x="169241" y="29271"/>
                  </a:lnTo>
                  <a:cubicBezTo>
                    <a:pt x="169241" y="13131"/>
                    <a:pt x="156110" y="0"/>
                    <a:pt x="139970" y="0"/>
                  </a:cubicBezTo>
                  <a:lnTo>
                    <a:pt x="29271" y="0"/>
                  </a:lnTo>
                  <a:cubicBezTo>
                    <a:pt x="13131" y="0"/>
                    <a:pt x="0" y="13131"/>
                    <a:pt x="0" y="29271"/>
                  </a:cubicBezTo>
                  <a:close/>
                  <a:moveTo>
                    <a:pt x="152022" y="29271"/>
                  </a:moveTo>
                  <a:lnTo>
                    <a:pt x="152022" y="90478"/>
                  </a:lnTo>
                  <a:cubicBezTo>
                    <a:pt x="152022" y="97123"/>
                    <a:pt x="146615" y="102531"/>
                    <a:pt x="139969" y="102531"/>
                  </a:cubicBezTo>
                  <a:lnTo>
                    <a:pt x="29269" y="102531"/>
                  </a:lnTo>
                  <a:cubicBezTo>
                    <a:pt x="22623" y="102531"/>
                    <a:pt x="17217" y="97124"/>
                    <a:pt x="17217" y="90478"/>
                  </a:cubicBezTo>
                  <a:lnTo>
                    <a:pt x="17217" y="29271"/>
                  </a:lnTo>
                  <a:cubicBezTo>
                    <a:pt x="17217" y="22625"/>
                    <a:pt x="22623" y="17218"/>
                    <a:pt x="29269" y="17218"/>
                  </a:cubicBezTo>
                  <a:lnTo>
                    <a:pt x="139969" y="17218"/>
                  </a:lnTo>
                  <a:cubicBezTo>
                    <a:pt x="146615" y="17218"/>
                    <a:pt x="152022" y="22625"/>
                    <a:pt x="152022" y="29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52"/>
            <p:cNvSpPr/>
            <p:nvPr/>
          </p:nvSpPr>
          <p:spPr>
            <a:xfrm>
              <a:off x="2606588" y="1119967"/>
              <a:ext cx="72067" cy="17218"/>
            </a:xfrm>
            <a:custGeom>
              <a:rect b="b" l="l" r="r" t="t"/>
              <a:pathLst>
                <a:path extrusionOk="0" h="17218" w="72067">
                  <a:moveTo>
                    <a:pt x="8609" y="17219"/>
                  </a:moveTo>
                  <a:lnTo>
                    <a:pt x="63459" y="17219"/>
                  </a:lnTo>
                  <a:cubicBezTo>
                    <a:pt x="68214" y="17219"/>
                    <a:pt x="72068" y="13365"/>
                    <a:pt x="72068" y="8609"/>
                  </a:cubicBezTo>
                  <a:cubicBezTo>
                    <a:pt x="72068" y="3854"/>
                    <a:pt x="68214" y="0"/>
                    <a:pt x="63459" y="0"/>
                  </a:cubicBezTo>
                  <a:lnTo>
                    <a:pt x="8609" y="0"/>
                  </a:lnTo>
                  <a:cubicBezTo>
                    <a:pt x="3854" y="0"/>
                    <a:pt x="0" y="3854"/>
                    <a:pt x="0" y="8609"/>
                  </a:cubicBezTo>
                  <a:cubicBezTo>
                    <a:pt x="0" y="13365"/>
                    <a:pt x="3854" y="17219"/>
                    <a:pt x="8609" y="172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52"/>
            <p:cNvSpPr/>
            <p:nvPr/>
          </p:nvSpPr>
          <p:spPr>
            <a:xfrm>
              <a:off x="2606588" y="1153958"/>
              <a:ext cx="72067" cy="17218"/>
            </a:xfrm>
            <a:custGeom>
              <a:rect b="b" l="l" r="r" t="t"/>
              <a:pathLst>
                <a:path extrusionOk="0" h="17218" w="72067">
                  <a:moveTo>
                    <a:pt x="8609" y="17219"/>
                  </a:moveTo>
                  <a:lnTo>
                    <a:pt x="63459" y="17219"/>
                  </a:lnTo>
                  <a:cubicBezTo>
                    <a:pt x="68214" y="17219"/>
                    <a:pt x="72068" y="13365"/>
                    <a:pt x="72068" y="8609"/>
                  </a:cubicBezTo>
                  <a:cubicBezTo>
                    <a:pt x="72068" y="3855"/>
                    <a:pt x="68214" y="0"/>
                    <a:pt x="63459" y="0"/>
                  </a:cubicBezTo>
                  <a:lnTo>
                    <a:pt x="8609" y="0"/>
                  </a:lnTo>
                  <a:cubicBezTo>
                    <a:pt x="3854" y="0"/>
                    <a:pt x="0" y="3854"/>
                    <a:pt x="0" y="8609"/>
                  </a:cubicBezTo>
                  <a:cubicBezTo>
                    <a:pt x="1" y="13365"/>
                    <a:pt x="3854" y="17219"/>
                    <a:pt x="8609" y="172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52"/>
          <p:cNvSpPr/>
          <p:nvPr/>
        </p:nvSpPr>
        <p:spPr>
          <a:xfrm>
            <a:off x="5038358" y="2620386"/>
            <a:ext cx="336897" cy="361712"/>
          </a:xfrm>
          <a:custGeom>
            <a:rect b="b" l="l" r="r" t="t"/>
            <a:pathLst>
              <a:path extrusionOk="0" h="666750" w="621009">
                <a:moveTo>
                  <a:pt x="593012" y="527204"/>
                </a:moveTo>
                <a:lnTo>
                  <a:pt x="543555" y="527204"/>
                </a:lnTo>
                <a:lnTo>
                  <a:pt x="543555" y="435392"/>
                </a:lnTo>
                <a:cubicBezTo>
                  <a:pt x="543555" y="419954"/>
                  <a:pt x="530995" y="407393"/>
                  <a:pt x="515557" y="407393"/>
                </a:cubicBezTo>
                <a:lnTo>
                  <a:pt x="466044" y="407393"/>
                </a:lnTo>
                <a:lnTo>
                  <a:pt x="466044" y="315581"/>
                </a:lnTo>
                <a:cubicBezTo>
                  <a:pt x="466044" y="300143"/>
                  <a:pt x="453484" y="287583"/>
                  <a:pt x="438046" y="287583"/>
                </a:cubicBezTo>
                <a:lnTo>
                  <a:pt x="388620" y="287583"/>
                </a:lnTo>
                <a:lnTo>
                  <a:pt x="388620" y="195769"/>
                </a:lnTo>
                <a:cubicBezTo>
                  <a:pt x="388620" y="180331"/>
                  <a:pt x="376060" y="167771"/>
                  <a:pt x="360622" y="167771"/>
                </a:cubicBezTo>
                <a:lnTo>
                  <a:pt x="279626" y="167771"/>
                </a:lnTo>
                <a:lnTo>
                  <a:pt x="279626" y="103422"/>
                </a:lnTo>
                <a:lnTo>
                  <a:pt x="392062" y="103422"/>
                </a:lnTo>
                <a:cubicBezTo>
                  <a:pt x="397922" y="103422"/>
                  <a:pt x="403181" y="100398"/>
                  <a:pt x="406130" y="95334"/>
                </a:cubicBezTo>
                <a:cubicBezTo>
                  <a:pt x="409078" y="90268"/>
                  <a:pt x="409111" y="84202"/>
                  <a:pt x="406216" y="79106"/>
                </a:cubicBezTo>
                <a:lnTo>
                  <a:pt x="391131" y="52540"/>
                </a:lnTo>
                <a:lnTo>
                  <a:pt x="406606" y="24049"/>
                </a:lnTo>
                <a:cubicBezTo>
                  <a:pt x="409372" y="18955"/>
                  <a:pt x="409254" y="12940"/>
                  <a:pt x="406292" y="7958"/>
                </a:cubicBezTo>
                <a:cubicBezTo>
                  <a:pt x="403326" y="2974"/>
                  <a:pt x="398097" y="0"/>
                  <a:pt x="392300" y="0"/>
                </a:cubicBezTo>
                <a:lnTo>
                  <a:pt x="276370" y="0"/>
                </a:lnTo>
                <a:cubicBezTo>
                  <a:pt x="267394" y="0"/>
                  <a:pt x="260092" y="7302"/>
                  <a:pt x="260092" y="16278"/>
                </a:cubicBezTo>
                <a:lnTo>
                  <a:pt x="260092" y="167785"/>
                </a:lnTo>
                <a:cubicBezTo>
                  <a:pt x="244790" y="167945"/>
                  <a:pt x="232390" y="180430"/>
                  <a:pt x="232390" y="195768"/>
                </a:cubicBezTo>
                <a:lnTo>
                  <a:pt x="232390" y="287582"/>
                </a:lnTo>
                <a:lnTo>
                  <a:pt x="182963" y="287582"/>
                </a:lnTo>
                <a:cubicBezTo>
                  <a:pt x="167525" y="287582"/>
                  <a:pt x="154965" y="300142"/>
                  <a:pt x="154965" y="315580"/>
                </a:cubicBezTo>
                <a:lnTo>
                  <a:pt x="154965" y="407392"/>
                </a:lnTo>
                <a:lnTo>
                  <a:pt x="105452" y="407392"/>
                </a:lnTo>
                <a:cubicBezTo>
                  <a:pt x="90014" y="407392"/>
                  <a:pt x="77454" y="419952"/>
                  <a:pt x="77454" y="435390"/>
                </a:cubicBezTo>
                <a:lnTo>
                  <a:pt x="77454" y="527203"/>
                </a:lnTo>
                <a:lnTo>
                  <a:pt x="27998" y="527203"/>
                </a:lnTo>
                <a:cubicBezTo>
                  <a:pt x="12559" y="527203"/>
                  <a:pt x="0" y="539763"/>
                  <a:pt x="0" y="555201"/>
                </a:cubicBezTo>
                <a:lnTo>
                  <a:pt x="0" y="638752"/>
                </a:lnTo>
                <a:cubicBezTo>
                  <a:pt x="0" y="654190"/>
                  <a:pt x="12559" y="666750"/>
                  <a:pt x="27998" y="666750"/>
                </a:cubicBezTo>
                <a:lnTo>
                  <a:pt x="171757" y="666750"/>
                </a:lnTo>
                <a:cubicBezTo>
                  <a:pt x="177152" y="666750"/>
                  <a:pt x="181524" y="662377"/>
                  <a:pt x="181524" y="656983"/>
                </a:cubicBezTo>
                <a:cubicBezTo>
                  <a:pt x="181524" y="651589"/>
                  <a:pt x="177152" y="647216"/>
                  <a:pt x="171757" y="647216"/>
                </a:cubicBezTo>
                <a:lnTo>
                  <a:pt x="27998" y="647216"/>
                </a:lnTo>
                <a:cubicBezTo>
                  <a:pt x="23331" y="647216"/>
                  <a:pt x="19534" y="643419"/>
                  <a:pt x="19534" y="638752"/>
                </a:cubicBezTo>
                <a:lnTo>
                  <a:pt x="19534" y="555202"/>
                </a:lnTo>
                <a:cubicBezTo>
                  <a:pt x="19534" y="550535"/>
                  <a:pt x="23331" y="546738"/>
                  <a:pt x="27998" y="546738"/>
                </a:cubicBezTo>
                <a:lnTo>
                  <a:pt x="593012" y="546738"/>
                </a:lnTo>
                <a:cubicBezTo>
                  <a:pt x="597679" y="546738"/>
                  <a:pt x="601476" y="550535"/>
                  <a:pt x="601476" y="555202"/>
                </a:cubicBezTo>
                <a:lnTo>
                  <a:pt x="601476" y="638752"/>
                </a:lnTo>
                <a:cubicBezTo>
                  <a:pt x="601476" y="643419"/>
                  <a:pt x="597679" y="647216"/>
                  <a:pt x="593012" y="647216"/>
                </a:cubicBezTo>
                <a:lnTo>
                  <a:pt x="210825" y="647216"/>
                </a:lnTo>
                <a:cubicBezTo>
                  <a:pt x="205429" y="647216"/>
                  <a:pt x="201058" y="651589"/>
                  <a:pt x="201058" y="656983"/>
                </a:cubicBezTo>
                <a:cubicBezTo>
                  <a:pt x="201058" y="662377"/>
                  <a:pt x="205429" y="666750"/>
                  <a:pt x="210825" y="666750"/>
                </a:cubicBezTo>
                <a:lnTo>
                  <a:pt x="593012" y="666750"/>
                </a:lnTo>
                <a:cubicBezTo>
                  <a:pt x="608450" y="666750"/>
                  <a:pt x="621010" y="654190"/>
                  <a:pt x="621010" y="638752"/>
                </a:cubicBezTo>
                <a:lnTo>
                  <a:pt x="621010" y="555202"/>
                </a:lnTo>
                <a:cubicBezTo>
                  <a:pt x="621010" y="539764"/>
                  <a:pt x="608450" y="527204"/>
                  <a:pt x="593012" y="527204"/>
                </a:cubicBezTo>
                <a:close/>
                <a:moveTo>
                  <a:pt x="279626" y="19534"/>
                </a:moveTo>
                <a:lnTo>
                  <a:pt x="386827" y="19534"/>
                </a:lnTo>
                <a:lnTo>
                  <a:pt x="373101" y="44806"/>
                </a:lnTo>
                <a:cubicBezTo>
                  <a:pt x="370400" y="49780"/>
                  <a:pt x="370456" y="55688"/>
                  <a:pt x="373251" y="60613"/>
                </a:cubicBezTo>
                <a:lnTo>
                  <a:pt x="386468" y="83888"/>
                </a:lnTo>
                <a:lnTo>
                  <a:pt x="279625" y="83888"/>
                </a:lnTo>
                <a:lnTo>
                  <a:pt x="279625" y="19534"/>
                </a:lnTo>
                <a:close/>
                <a:moveTo>
                  <a:pt x="251922" y="195768"/>
                </a:moveTo>
                <a:cubicBezTo>
                  <a:pt x="251922" y="191101"/>
                  <a:pt x="255719" y="187303"/>
                  <a:pt x="260387" y="187303"/>
                </a:cubicBezTo>
                <a:lnTo>
                  <a:pt x="360622" y="187303"/>
                </a:lnTo>
                <a:cubicBezTo>
                  <a:pt x="365289" y="187303"/>
                  <a:pt x="369086" y="191101"/>
                  <a:pt x="369086" y="195768"/>
                </a:cubicBezTo>
                <a:lnTo>
                  <a:pt x="369086" y="287582"/>
                </a:lnTo>
                <a:lnTo>
                  <a:pt x="251922" y="287582"/>
                </a:lnTo>
                <a:close/>
                <a:moveTo>
                  <a:pt x="96987" y="435390"/>
                </a:moveTo>
                <a:cubicBezTo>
                  <a:pt x="96987" y="430723"/>
                  <a:pt x="100785" y="426926"/>
                  <a:pt x="105452" y="426926"/>
                </a:cubicBezTo>
                <a:lnTo>
                  <a:pt x="362390" y="426926"/>
                </a:lnTo>
                <a:cubicBezTo>
                  <a:pt x="367786" y="426926"/>
                  <a:pt x="372157" y="422553"/>
                  <a:pt x="372157" y="417159"/>
                </a:cubicBezTo>
                <a:cubicBezTo>
                  <a:pt x="372157" y="411765"/>
                  <a:pt x="367786" y="407392"/>
                  <a:pt x="362390" y="407392"/>
                </a:cubicBezTo>
                <a:lnTo>
                  <a:pt x="174498" y="407392"/>
                </a:lnTo>
                <a:lnTo>
                  <a:pt x="174498" y="315580"/>
                </a:lnTo>
                <a:cubicBezTo>
                  <a:pt x="174498" y="310913"/>
                  <a:pt x="178296" y="307115"/>
                  <a:pt x="182963" y="307115"/>
                </a:cubicBezTo>
                <a:lnTo>
                  <a:pt x="438046" y="307115"/>
                </a:lnTo>
                <a:cubicBezTo>
                  <a:pt x="442713" y="307115"/>
                  <a:pt x="446510" y="310913"/>
                  <a:pt x="446510" y="315580"/>
                </a:cubicBezTo>
                <a:lnTo>
                  <a:pt x="446510" y="407392"/>
                </a:lnTo>
                <a:lnTo>
                  <a:pt x="401456" y="407392"/>
                </a:lnTo>
                <a:cubicBezTo>
                  <a:pt x="396061" y="407392"/>
                  <a:pt x="391690" y="411765"/>
                  <a:pt x="391690" y="417159"/>
                </a:cubicBezTo>
                <a:cubicBezTo>
                  <a:pt x="391690" y="422553"/>
                  <a:pt x="396061" y="426926"/>
                  <a:pt x="401456" y="426926"/>
                </a:cubicBezTo>
                <a:lnTo>
                  <a:pt x="515557" y="426926"/>
                </a:lnTo>
                <a:cubicBezTo>
                  <a:pt x="520224" y="426926"/>
                  <a:pt x="524021" y="430723"/>
                  <a:pt x="524021" y="435390"/>
                </a:cubicBezTo>
                <a:lnTo>
                  <a:pt x="524021" y="527203"/>
                </a:lnTo>
                <a:lnTo>
                  <a:pt x="96987" y="52720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1" name="Google Shape;391;p52"/>
          <p:cNvGrpSpPr/>
          <p:nvPr/>
        </p:nvGrpSpPr>
        <p:grpSpPr>
          <a:xfrm>
            <a:off x="7125534" y="2670490"/>
            <a:ext cx="387323" cy="261491"/>
            <a:chOff x="6099205" y="635837"/>
            <a:chExt cx="542925" cy="366542"/>
          </a:xfrm>
        </p:grpSpPr>
        <p:sp>
          <p:nvSpPr>
            <p:cNvPr id="392" name="Google Shape;392;p52"/>
            <p:cNvSpPr/>
            <p:nvPr/>
          </p:nvSpPr>
          <p:spPr>
            <a:xfrm>
              <a:off x="6100398" y="686042"/>
              <a:ext cx="540542" cy="316337"/>
            </a:xfrm>
            <a:custGeom>
              <a:rect b="b" l="l" r="r" t="t"/>
              <a:pathLst>
                <a:path extrusionOk="0" h="316337" w="540542">
                  <a:moveTo>
                    <a:pt x="460690" y="76820"/>
                  </a:moveTo>
                  <a:cubicBezTo>
                    <a:pt x="432614" y="54610"/>
                    <a:pt x="403997" y="36895"/>
                    <a:pt x="375633" y="24168"/>
                  </a:cubicBezTo>
                  <a:cubicBezTo>
                    <a:pt x="339894" y="8131"/>
                    <a:pt x="304445" y="0"/>
                    <a:pt x="270270" y="0"/>
                  </a:cubicBezTo>
                  <a:cubicBezTo>
                    <a:pt x="236015" y="0"/>
                    <a:pt x="200481" y="8169"/>
                    <a:pt x="164657" y="24280"/>
                  </a:cubicBezTo>
                  <a:cubicBezTo>
                    <a:pt x="136247" y="37057"/>
                    <a:pt x="107587" y="54834"/>
                    <a:pt x="79474" y="77118"/>
                  </a:cubicBezTo>
                  <a:cubicBezTo>
                    <a:pt x="76025" y="79851"/>
                    <a:pt x="75446" y="84863"/>
                    <a:pt x="78180" y="88312"/>
                  </a:cubicBezTo>
                  <a:cubicBezTo>
                    <a:pt x="80912" y="91761"/>
                    <a:pt x="85925" y="92340"/>
                    <a:pt x="89374" y="89607"/>
                  </a:cubicBezTo>
                  <a:cubicBezTo>
                    <a:pt x="108874" y="74151"/>
                    <a:pt x="133332" y="57338"/>
                    <a:pt x="161125" y="43677"/>
                  </a:cubicBezTo>
                  <a:cubicBezTo>
                    <a:pt x="130925" y="72503"/>
                    <a:pt x="112077" y="113125"/>
                    <a:pt x="112077" y="158071"/>
                  </a:cubicBezTo>
                  <a:cubicBezTo>
                    <a:pt x="112077" y="203219"/>
                    <a:pt x="131089" y="244010"/>
                    <a:pt x="161528" y="272859"/>
                  </a:cubicBezTo>
                  <a:cubicBezTo>
                    <a:pt x="133835" y="259293"/>
                    <a:pt x="109464" y="242599"/>
                    <a:pt x="90032" y="227252"/>
                  </a:cubicBezTo>
                  <a:cubicBezTo>
                    <a:pt x="53660" y="198525"/>
                    <a:pt x="27810" y="169458"/>
                    <a:pt x="18281" y="158165"/>
                  </a:cubicBezTo>
                  <a:cubicBezTo>
                    <a:pt x="25485" y="149617"/>
                    <a:pt x="42022" y="130898"/>
                    <a:pt x="65423" y="109852"/>
                  </a:cubicBezTo>
                  <a:cubicBezTo>
                    <a:pt x="68695" y="106910"/>
                    <a:pt x="68963" y="101871"/>
                    <a:pt x="66020" y="98598"/>
                  </a:cubicBezTo>
                  <a:cubicBezTo>
                    <a:pt x="63076" y="95325"/>
                    <a:pt x="58038" y="95059"/>
                    <a:pt x="54767" y="98001"/>
                  </a:cubicBezTo>
                  <a:cubicBezTo>
                    <a:pt x="21887" y="127571"/>
                    <a:pt x="2500" y="152225"/>
                    <a:pt x="1691" y="153259"/>
                  </a:cubicBezTo>
                  <a:cubicBezTo>
                    <a:pt x="-564" y="156143"/>
                    <a:pt x="-564" y="160192"/>
                    <a:pt x="1691" y="163075"/>
                  </a:cubicBezTo>
                  <a:cubicBezTo>
                    <a:pt x="2913" y="164638"/>
                    <a:pt x="32185" y="201809"/>
                    <a:pt x="79851" y="239517"/>
                  </a:cubicBezTo>
                  <a:cubicBezTo>
                    <a:pt x="107927" y="261727"/>
                    <a:pt x="136544" y="279442"/>
                    <a:pt x="164909" y="292170"/>
                  </a:cubicBezTo>
                  <a:cubicBezTo>
                    <a:pt x="200647" y="308206"/>
                    <a:pt x="236097" y="316338"/>
                    <a:pt x="270271" y="316338"/>
                  </a:cubicBezTo>
                  <a:cubicBezTo>
                    <a:pt x="304446" y="316338"/>
                    <a:pt x="339895" y="308206"/>
                    <a:pt x="375634" y="292170"/>
                  </a:cubicBezTo>
                  <a:cubicBezTo>
                    <a:pt x="403998" y="279442"/>
                    <a:pt x="432615" y="261727"/>
                    <a:pt x="460692" y="239517"/>
                  </a:cubicBezTo>
                  <a:cubicBezTo>
                    <a:pt x="508358" y="201809"/>
                    <a:pt x="537629" y="164639"/>
                    <a:pt x="538851" y="163075"/>
                  </a:cubicBezTo>
                  <a:cubicBezTo>
                    <a:pt x="541106" y="160190"/>
                    <a:pt x="541106" y="156142"/>
                    <a:pt x="538851" y="153259"/>
                  </a:cubicBezTo>
                  <a:cubicBezTo>
                    <a:pt x="537628" y="151698"/>
                    <a:pt x="508356" y="114528"/>
                    <a:pt x="460690" y="76820"/>
                  </a:cubicBezTo>
                  <a:close/>
                  <a:moveTo>
                    <a:pt x="450508" y="227253"/>
                  </a:moveTo>
                  <a:cubicBezTo>
                    <a:pt x="431117" y="242569"/>
                    <a:pt x="406804" y="259225"/>
                    <a:pt x="379182" y="272776"/>
                  </a:cubicBezTo>
                  <a:cubicBezTo>
                    <a:pt x="390006" y="262494"/>
                    <a:pt x="399388" y="250705"/>
                    <a:pt x="406955" y="237751"/>
                  </a:cubicBezTo>
                  <a:cubicBezTo>
                    <a:pt x="409174" y="233951"/>
                    <a:pt x="407893" y="229072"/>
                    <a:pt x="404093" y="226851"/>
                  </a:cubicBezTo>
                  <a:cubicBezTo>
                    <a:pt x="400293" y="224633"/>
                    <a:pt x="395412" y="225913"/>
                    <a:pt x="393193" y="229713"/>
                  </a:cubicBezTo>
                  <a:cubicBezTo>
                    <a:pt x="380869" y="250812"/>
                    <a:pt x="363213" y="268501"/>
                    <a:pt x="342136" y="280865"/>
                  </a:cubicBezTo>
                  <a:cubicBezTo>
                    <a:pt x="320431" y="293596"/>
                    <a:pt x="295580" y="300327"/>
                    <a:pt x="270268" y="300327"/>
                  </a:cubicBezTo>
                  <a:cubicBezTo>
                    <a:pt x="191829" y="300327"/>
                    <a:pt x="128014" y="236512"/>
                    <a:pt x="128014" y="158073"/>
                  </a:cubicBezTo>
                  <a:cubicBezTo>
                    <a:pt x="128014" y="83580"/>
                    <a:pt x="185573" y="22284"/>
                    <a:pt x="258549" y="16305"/>
                  </a:cubicBezTo>
                  <a:cubicBezTo>
                    <a:pt x="262436" y="16078"/>
                    <a:pt x="266340" y="15939"/>
                    <a:pt x="270269" y="15939"/>
                  </a:cubicBezTo>
                  <a:cubicBezTo>
                    <a:pt x="274193" y="15939"/>
                    <a:pt x="278093" y="16077"/>
                    <a:pt x="281974" y="16304"/>
                  </a:cubicBezTo>
                  <a:cubicBezTo>
                    <a:pt x="354957" y="22277"/>
                    <a:pt x="412521" y="83574"/>
                    <a:pt x="412521" y="158072"/>
                  </a:cubicBezTo>
                  <a:cubicBezTo>
                    <a:pt x="412521" y="173129"/>
                    <a:pt x="410181" y="187951"/>
                    <a:pt x="405571" y="202126"/>
                  </a:cubicBezTo>
                  <a:cubicBezTo>
                    <a:pt x="404209" y="206310"/>
                    <a:pt x="406498" y="210808"/>
                    <a:pt x="410683" y="212169"/>
                  </a:cubicBezTo>
                  <a:cubicBezTo>
                    <a:pt x="414868" y="213531"/>
                    <a:pt x="419363" y="211241"/>
                    <a:pt x="420726" y="207057"/>
                  </a:cubicBezTo>
                  <a:cubicBezTo>
                    <a:pt x="425857" y="191288"/>
                    <a:pt x="428459" y="174807"/>
                    <a:pt x="428459" y="158072"/>
                  </a:cubicBezTo>
                  <a:cubicBezTo>
                    <a:pt x="428459" y="113122"/>
                    <a:pt x="409605" y="72502"/>
                    <a:pt x="379401" y="43675"/>
                  </a:cubicBezTo>
                  <a:cubicBezTo>
                    <a:pt x="406932" y="57205"/>
                    <a:pt x="431168" y="73813"/>
                    <a:pt x="450507" y="89087"/>
                  </a:cubicBezTo>
                  <a:cubicBezTo>
                    <a:pt x="486877" y="117812"/>
                    <a:pt x="512724" y="146876"/>
                    <a:pt x="522255" y="158170"/>
                  </a:cubicBezTo>
                  <a:cubicBezTo>
                    <a:pt x="512723" y="169467"/>
                    <a:pt x="486875" y="198531"/>
                    <a:pt x="450508" y="2272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52"/>
            <p:cNvSpPr/>
            <p:nvPr/>
          </p:nvSpPr>
          <p:spPr>
            <a:xfrm>
              <a:off x="6099205" y="635837"/>
              <a:ext cx="542925" cy="144102"/>
            </a:xfrm>
            <a:custGeom>
              <a:rect b="b" l="l" r="r" t="t"/>
              <a:pathLst>
                <a:path extrusionOk="0" h="144102" w="542925">
                  <a:moveTo>
                    <a:pt x="7970" y="144102"/>
                  </a:moveTo>
                  <a:cubicBezTo>
                    <a:pt x="9962" y="144102"/>
                    <a:pt x="11958" y="143359"/>
                    <a:pt x="13505" y="141865"/>
                  </a:cubicBezTo>
                  <a:cubicBezTo>
                    <a:pt x="48009" y="108538"/>
                    <a:pt x="85562" y="80017"/>
                    <a:pt x="122105" y="59383"/>
                  </a:cubicBezTo>
                  <a:cubicBezTo>
                    <a:pt x="173161" y="30555"/>
                    <a:pt x="223440" y="15938"/>
                    <a:pt x="271544" y="15938"/>
                  </a:cubicBezTo>
                  <a:cubicBezTo>
                    <a:pt x="319607" y="15938"/>
                    <a:pt x="369840" y="30530"/>
                    <a:pt x="420851" y="59308"/>
                  </a:cubicBezTo>
                  <a:cubicBezTo>
                    <a:pt x="457901" y="80211"/>
                    <a:pt x="494430" y="107935"/>
                    <a:pt x="529423" y="141710"/>
                  </a:cubicBezTo>
                  <a:cubicBezTo>
                    <a:pt x="532589" y="144766"/>
                    <a:pt x="537635" y="144677"/>
                    <a:pt x="540691" y="141510"/>
                  </a:cubicBezTo>
                  <a:cubicBezTo>
                    <a:pt x="543747" y="138344"/>
                    <a:pt x="543658" y="133300"/>
                    <a:pt x="540491" y="130243"/>
                  </a:cubicBezTo>
                  <a:cubicBezTo>
                    <a:pt x="504527" y="95530"/>
                    <a:pt x="466909" y="66994"/>
                    <a:pt x="428683" y="45428"/>
                  </a:cubicBezTo>
                  <a:cubicBezTo>
                    <a:pt x="375253" y="15285"/>
                    <a:pt x="322385" y="0"/>
                    <a:pt x="271545" y="0"/>
                  </a:cubicBezTo>
                  <a:cubicBezTo>
                    <a:pt x="220662" y="0"/>
                    <a:pt x="167747" y="15310"/>
                    <a:pt x="114270" y="45505"/>
                  </a:cubicBezTo>
                  <a:cubicBezTo>
                    <a:pt x="76028" y="67098"/>
                    <a:pt x="38400" y="95661"/>
                    <a:pt x="2433" y="130402"/>
                  </a:cubicBezTo>
                  <a:cubicBezTo>
                    <a:pt x="-733" y="133459"/>
                    <a:pt x="-821" y="138503"/>
                    <a:pt x="2237" y="141670"/>
                  </a:cubicBezTo>
                  <a:cubicBezTo>
                    <a:pt x="3800" y="143288"/>
                    <a:pt x="5883" y="144102"/>
                    <a:pt x="7970" y="1441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52"/>
            <p:cNvSpPr/>
            <p:nvPr/>
          </p:nvSpPr>
          <p:spPr>
            <a:xfrm>
              <a:off x="6321103" y="794550"/>
              <a:ext cx="99127" cy="99127"/>
            </a:xfrm>
            <a:custGeom>
              <a:rect b="b" l="l" r="r" t="t"/>
              <a:pathLst>
                <a:path extrusionOk="0" h="99127" w="99127">
                  <a:moveTo>
                    <a:pt x="49563" y="0"/>
                  </a:moveTo>
                  <a:cubicBezTo>
                    <a:pt x="22233" y="0"/>
                    <a:pt x="0" y="22234"/>
                    <a:pt x="0" y="49563"/>
                  </a:cubicBezTo>
                  <a:cubicBezTo>
                    <a:pt x="0" y="54649"/>
                    <a:pt x="769" y="59666"/>
                    <a:pt x="2285" y="64476"/>
                  </a:cubicBezTo>
                  <a:cubicBezTo>
                    <a:pt x="3607" y="68673"/>
                    <a:pt x="8081" y="71003"/>
                    <a:pt x="12281" y="69680"/>
                  </a:cubicBezTo>
                  <a:cubicBezTo>
                    <a:pt x="16478" y="68357"/>
                    <a:pt x="18808" y="63882"/>
                    <a:pt x="17485" y="59685"/>
                  </a:cubicBezTo>
                  <a:cubicBezTo>
                    <a:pt x="16458" y="56427"/>
                    <a:pt x="15938" y="53022"/>
                    <a:pt x="15938" y="49564"/>
                  </a:cubicBezTo>
                  <a:cubicBezTo>
                    <a:pt x="15938" y="31023"/>
                    <a:pt x="31023" y="15938"/>
                    <a:pt x="49564" y="15938"/>
                  </a:cubicBezTo>
                  <a:cubicBezTo>
                    <a:pt x="68105" y="15938"/>
                    <a:pt x="83191" y="31023"/>
                    <a:pt x="83191" y="49564"/>
                  </a:cubicBezTo>
                  <a:cubicBezTo>
                    <a:pt x="83191" y="68105"/>
                    <a:pt x="68105" y="83191"/>
                    <a:pt x="49564" y="83191"/>
                  </a:cubicBezTo>
                  <a:cubicBezTo>
                    <a:pt x="43964" y="83191"/>
                    <a:pt x="38424" y="81789"/>
                    <a:pt x="33542" y="79137"/>
                  </a:cubicBezTo>
                  <a:cubicBezTo>
                    <a:pt x="29673" y="77034"/>
                    <a:pt x="24837" y="78468"/>
                    <a:pt x="22736" y="82335"/>
                  </a:cubicBezTo>
                  <a:cubicBezTo>
                    <a:pt x="20635" y="86202"/>
                    <a:pt x="22067" y="91040"/>
                    <a:pt x="25934" y="93140"/>
                  </a:cubicBezTo>
                  <a:cubicBezTo>
                    <a:pt x="33144" y="97057"/>
                    <a:pt x="41315" y="99127"/>
                    <a:pt x="49564" y="99127"/>
                  </a:cubicBezTo>
                  <a:cubicBezTo>
                    <a:pt x="76894" y="99127"/>
                    <a:pt x="99127" y="76893"/>
                    <a:pt x="99127" y="49564"/>
                  </a:cubicBezTo>
                  <a:cubicBezTo>
                    <a:pt x="99127" y="22234"/>
                    <a:pt x="76893" y="0"/>
                    <a:pt x="495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52"/>
            <p:cNvSpPr/>
            <p:nvPr/>
          </p:nvSpPr>
          <p:spPr>
            <a:xfrm>
              <a:off x="6258777" y="732226"/>
              <a:ext cx="223776" cy="223774"/>
            </a:xfrm>
            <a:custGeom>
              <a:rect b="b" l="l" r="r" t="t"/>
              <a:pathLst>
                <a:path extrusionOk="0" h="223774" w="223776">
                  <a:moveTo>
                    <a:pt x="211640" y="91362"/>
                  </a:moveTo>
                  <a:lnTo>
                    <a:pt x="199488" y="89535"/>
                  </a:lnTo>
                  <a:cubicBezTo>
                    <a:pt x="197363" y="81157"/>
                    <a:pt x="194063" y="73194"/>
                    <a:pt x="189632" y="65755"/>
                  </a:cubicBezTo>
                  <a:lnTo>
                    <a:pt x="196937" y="55866"/>
                  </a:lnTo>
                  <a:cubicBezTo>
                    <a:pt x="201162" y="50146"/>
                    <a:pt x="200579" y="42345"/>
                    <a:pt x="195551" y="37318"/>
                  </a:cubicBezTo>
                  <a:lnTo>
                    <a:pt x="186458" y="28224"/>
                  </a:lnTo>
                  <a:cubicBezTo>
                    <a:pt x="181429" y="23196"/>
                    <a:pt x="173630" y="22614"/>
                    <a:pt x="167910" y="26838"/>
                  </a:cubicBezTo>
                  <a:lnTo>
                    <a:pt x="158021" y="34143"/>
                  </a:lnTo>
                  <a:cubicBezTo>
                    <a:pt x="150582" y="29712"/>
                    <a:pt x="142621" y="26412"/>
                    <a:pt x="134241" y="24287"/>
                  </a:cubicBezTo>
                  <a:lnTo>
                    <a:pt x="132414" y="12135"/>
                  </a:lnTo>
                  <a:cubicBezTo>
                    <a:pt x="131358" y="5104"/>
                    <a:pt x="125429" y="0"/>
                    <a:pt x="118318" y="0"/>
                  </a:cubicBezTo>
                  <a:lnTo>
                    <a:pt x="105459" y="0"/>
                  </a:lnTo>
                  <a:cubicBezTo>
                    <a:pt x="98348" y="0"/>
                    <a:pt x="92420" y="5104"/>
                    <a:pt x="91363" y="12135"/>
                  </a:cubicBezTo>
                  <a:lnTo>
                    <a:pt x="89536" y="24287"/>
                  </a:lnTo>
                  <a:cubicBezTo>
                    <a:pt x="81158" y="26412"/>
                    <a:pt x="73194" y="29712"/>
                    <a:pt x="65755" y="34143"/>
                  </a:cubicBezTo>
                  <a:lnTo>
                    <a:pt x="55865" y="26838"/>
                  </a:lnTo>
                  <a:cubicBezTo>
                    <a:pt x="50146" y="22615"/>
                    <a:pt x="42346" y="23195"/>
                    <a:pt x="37318" y="28225"/>
                  </a:cubicBezTo>
                  <a:lnTo>
                    <a:pt x="28225" y="37318"/>
                  </a:lnTo>
                  <a:cubicBezTo>
                    <a:pt x="23196" y="42345"/>
                    <a:pt x="22613" y="50145"/>
                    <a:pt x="26838" y="55866"/>
                  </a:cubicBezTo>
                  <a:lnTo>
                    <a:pt x="34143" y="65755"/>
                  </a:lnTo>
                  <a:cubicBezTo>
                    <a:pt x="29712" y="73194"/>
                    <a:pt x="26412" y="81156"/>
                    <a:pt x="24287" y="89535"/>
                  </a:cubicBezTo>
                  <a:lnTo>
                    <a:pt x="12135" y="91362"/>
                  </a:lnTo>
                  <a:cubicBezTo>
                    <a:pt x="5104" y="92418"/>
                    <a:pt x="0" y="98347"/>
                    <a:pt x="0" y="105458"/>
                  </a:cubicBezTo>
                  <a:lnTo>
                    <a:pt x="0" y="118317"/>
                  </a:lnTo>
                  <a:cubicBezTo>
                    <a:pt x="0" y="125428"/>
                    <a:pt x="5104" y="131356"/>
                    <a:pt x="12134" y="132413"/>
                  </a:cubicBezTo>
                  <a:lnTo>
                    <a:pt x="24287" y="134240"/>
                  </a:lnTo>
                  <a:cubicBezTo>
                    <a:pt x="26412" y="142620"/>
                    <a:pt x="29712" y="150581"/>
                    <a:pt x="34143" y="158020"/>
                  </a:cubicBezTo>
                  <a:lnTo>
                    <a:pt x="26838" y="167910"/>
                  </a:lnTo>
                  <a:cubicBezTo>
                    <a:pt x="22614" y="173630"/>
                    <a:pt x="23197" y="181430"/>
                    <a:pt x="28225" y="186458"/>
                  </a:cubicBezTo>
                  <a:lnTo>
                    <a:pt x="37318" y="195550"/>
                  </a:lnTo>
                  <a:cubicBezTo>
                    <a:pt x="42345" y="200579"/>
                    <a:pt x="50146" y="201162"/>
                    <a:pt x="55866" y="196937"/>
                  </a:cubicBezTo>
                  <a:lnTo>
                    <a:pt x="65755" y="189631"/>
                  </a:lnTo>
                  <a:cubicBezTo>
                    <a:pt x="73194" y="194062"/>
                    <a:pt x="81156" y="197362"/>
                    <a:pt x="89536" y="199486"/>
                  </a:cubicBezTo>
                  <a:lnTo>
                    <a:pt x="91363" y="211638"/>
                  </a:lnTo>
                  <a:cubicBezTo>
                    <a:pt x="92419" y="218670"/>
                    <a:pt x="98348" y="223774"/>
                    <a:pt x="105459" y="223774"/>
                  </a:cubicBezTo>
                  <a:lnTo>
                    <a:pt x="118318" y="223774"/>
                  </a:lnTo>
                  <a:cubicBezTo>
                    <a:pt x="125429" y="223774"/>
                    <a:pt x="131358" y="218670"/>
                    <a:pt x="132414" y="211639"/>
                  </a:cubicBezTo>
                  <a:lnTo>
                    <a:pt x="134241" y="199486"/>
                  </a:lnTo>
                  <a:cubicBezTo>
                    <a:pt x="142621" y="197361"/>
                    <a:pt x="150582" y="194061"/>
                    <a:pt x="158021" y="189631"/>
                  </a:cubicBezTo>
                  <a:lnTo>
                    <a:pt x="167911" y="196937"/>
                  </a:lnTo>
                  <a:cubicBezTo>
                    <a:pt x="173631" y="201159"/>
                    <a:pt x="181431" y="200577"/>
                    <a:pt x="186459" y="195550"/>
                  </a:cubicBezTo>
                  <a:lnTo>
                    <a:pt x="195552" y="186457"/>
                  </a:lnTo>
                  <a:cubicBezTo>
                    <a:pt x="200580" y="181428"/>
                    <a:pt x="201163" y="173628"/>
                    <a:pt x="196938" y="167908"/>
                  </a:cubicBezTo>
                  <a:lnTo>
                    <a:pt x="189634" y="158019"/>
                  </a:lnTo>
                  <a:cubicBezTo>
                    <a:pt x="194064" y="150580"/>
                    <a:pt x="197364" y="142619"/>
                    <a:pt x="199488" y="134239"/>
                  </a:cubicBezTo>
                  <a:lnTo>
                    <a:pt x="211640" y="132412"/>
                  </a:lnTo>
                  <a:cubicBezTo>
                    <a:pt x="218673" y="131356"/>
                    <a:pt x="223776" y="125427"/>
                    <a:pt x="223776" y="118316"/>
                  </a:cubicBezTo>
                  <a:lnTo>
                    <a:pt x="223776" y="105457"/>
                  </a:lnTo>
                  <a:cubicBezTo>
                    <a:pt x="223776" y="98347"/>
                    <a:pt x="218673" y="92419"/>
                    <a:pt x="211640" y="91362"/>
                  </a:cubicBezTo>
                  <a:close/>
                  <a:moveTo>
                    <a:pt x="207840" y="116868"/>
                  </a:moveTo>
                  <a:lnTo>
                    <a:pt x="191704" y="119294"/>
                  </a:lnTo>
                  <a:cubicBezTo>
                    <a:pt x="188350" y="119798"/>
                    <a:pt x="185682" y="122371"/>
                    <a:pt x="185057" y="125705"/>
                  </a:cubicBezTo>
                  <a:cubicBezTo>
                    <a:pt x="183156" y="135844"/>
                    <a:pt x="179230" y="145314"/>
                    <a:pt x="173392" y="153852"/>
                  </a:cubicBezTo>
                  <a:cubicBezTo>
                    <a:pt x="171478" y="156652"/>
                    <a:pt x="171545" y="160357"/>
                    <a:pt x="173561" y="163084"/>
                  </a:cubicBezTo>
                  <a:lnTo>
                    <a:pt x="183258" y="176213"/>
                  </a:lnTo>
                  <a:lnTo>
                    <a:pt x="176214" y="183256"/>
                  </a:lnTo>
                  <a:lnTo>
                    <a:pt x="163086" y="173559"/>
                  </a:lnTo>
                  <a:cubicBezTo>
                    <a:pt x="160359" y="171544"/>
                    <a:pt x="156655" y="171476"/>
                    <a:pt x="153855" y="173390"/>
                  </a:cubicBezTo>
                  <a:cubicBezTo>
                    <a:pt x="145316" y="179228"/>
                    <a:pt x="135847" y="183153"/>
                    <a:pt x="125707" y="185055"/>
                  </a:cubicBezTo>
                  <a:cubicBezTo>
                    <a:pt x="122373" y="185680"/>
                    <a:pt x="119801" y="188347"/>
                    <a:pt x="119296" y="191702"/>
                  </a:cubicBezTo>
                  <a:lnTo>
                    <a:pt x="116870" y="207837"/>
                  </a:lnTo>
                  <a:lnTo>
                    <a:pt x="106909" y="207837"/>
                  </a:lnTo>
                  <a:lnTo>
                    <a:pt x="104483" y="191703"/>
                  </a:lnTo>
                  <a:cubicBezTo>
                    <a:pt x="103979" y="188349"/>
                    <a:pt x="101406" y="185681"/>
                    <a:pt x="98072" y="185056"/>
                  </a:cubicBezTo>
                  <a:cubicBezTo>
                    <a:pt x="87933" y="183154"/>
                    <a:pt x="78462" y="179229"/>
                    <a:pt x="69924" y="173391"/>
                  </a:cubicBezTo>
                  <a:cubicBezTo>
                    <a:pt x="67123" y="171476"/>
                    <a:pt x="63419" y="171545"/>
                    <a:pt x="60692" y="173560"/>
                  </a:cubicBezTo>
                  <a:lnTo>
                    <a:pt x="47564" y="183257"/>
                  </a:lnTo>
                  <a:lnTo>
                    <a:pt x="40520" y="176214"/>
                  </a:lnTo>
                  <a:lnTo>
                    <a:pt x="50217" y="163085"/>
                  </a:lnTo>
                  <a:cubicBezTo>
                    <a:pt x="52232" y="160358"/>
                    <a:pt x="52300" y="156653"/>
                    <a:pt x="50386" y="153853"/>
                  </a:cubicBezTo>
                  <a:cubicBezTo>
                    <a:pt x="44547" y="145315"/>
                    <a:pt x="40623" y="135845"/>
                    <a:pt x="38722" y="125706"/>
                  </a:cubicBezTo>
                  <a:cubicBezTo>
                    <a:pt x="38096" y="122372"/>
                    <a:pt x="35429" y="119800"/>
                    <a:pt x="32074" y="119295"/>
                  </a:cubicBezTo>
                  <a:lnTo>
                    <a:pt x="15939" y="116869"/>
                  </a:lnTo>
                  <a:lnTo>
                    <a:pt x="15939" y="106907"/>
                  </a:lnTo>
                  <a:lnTo>
                    <a:pt x="32073" y="104482"/>
                  </a:lnTo>
                  <a:cubicBezTo>
                    <a:pt x="35427" y="103978"/>
                    <a:pt x="38096" y="101405"/>
                    <a:pt x="38721" y="98071"/>
                  </a:cubicBezTo>
                  <a:cubicBezTo>
                    <a:pt x="40622" y="87933"/>
                    <a:pt x="44546" y="78463"/>
                    <a:pt x="50385" y="69925"/>
                  </a:cubicBezTo>
                  <a:cubicBezTo>
                    <a:pt x="52299" y="67125"/>
                    <a:pt x="52232" y="63420"/>
                    <a:pt x="50216" y="60692"/>
                  </a:cubicBezTo>
                  <a:lnTo>
                    <a:pt x="40519" y="47563"/>
                  </a:lnTo>
                  <a:lnTo>
                    <a:pt x="47562" y="40520"/>
                  </a:lnTo>
                  <a:lnTo>
                    <a:pt x="60690" y="50217"/>
                  </a:lnTo>
                  <a:cubicBezTo>
                    <a:pt x="63417" y="52232"/>
                    <a:pt x="67121" y="52300"/>
                    <a:pt x="69922" y="50385"/>
                  </a:cubicBezTo>
                  <a:cubicBezTo>
                    <a:pt x="78461" y="44546"/>
                    <a:pt x="87931" y="40622"/>
                    <a:pt x="98069" y="38721"/>
                  </a:cubicBezTo>
                  <a:cubicBezTo>
                    <a:pt x="101403" y="38096"/>
                    <a:pt x="103975" y="35427"/>
                    <a:pt x="104480" y="32073"/>
                  </a:cubicBezTo>
                  <a:lnTo>
                    <a:pt x="106905" y="15938"/>
                  </a:lnTo>
                  <a:lnTo>
                    <a:pt x="116867" y="15938"/>
                  </a:lnTo>
                  <a:lnTo>
                    <a:pt x="119293" y="32073"/>
                  </a:lnTo>
                  <a:cubicBezTo>
                    <a:pt x="119797" y="35427"/>
                    <a:pt x="122370" y="38095"/>
                    <a:pt x="125704" y="38719"/>
                  </a:cubicBezTo>
                  <a:cubicBezTo>
                    <a:pt x="135843" y="40621"/>
                    <a:pt x="145313" y="44545"/>
                    <a:pt x="153851" y="50384"/>
                  </a:cubicBezTo>
                  <a:cubicBezTo>
                    <a:pt x="156652" y="52299"/>
                    <a:pt x="160356" y="52230"/>
                    <a:pt x="163083" y="50216"/>
                  </a:cubicBezTo>
                  <a:lnTo>
                    <a:pt x="176212" y="40519"/>
                  </a:lnTo>
                  <a:lnTo>
                    <a:pt x="183255" y="47563"/>
                  </a:lnTo>
                  <a:lnTo>
                    <a:pt x="173558" y="60692"/>
                  </a:lnTo>
                  <a:cubicBezTo>
                    <a:pt x="171543" y="63420"/>
                    <a:pt x="171475" y="67124"/>
                    <a:pt x="173389" y="69925"/>
                  </a:cubicBezTo>
                  <a:cubicBezTo>
                    <a:pt x="179227" y="78463"/>
                    <a:pt x="183152" y="87934"/>
                    <a:pt x="185054" y="98072"/>
                  </a:cubicBezTo>
                  <a:cubicBezTo>
                    <a:pt x="185679" y="101406"/>
                    <a:pt x="188347" y="103979"/>
                    <a:pt x="191701" y="104483"/>
                  </a:cubicBezTo>
                  <a:lnTo>
                    <a:pt x="207835" y="106909"/>
                  </a:lnTo>
                  <a:lnTo>
                    <a:pt x="207835" y="11686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3"/>
          <p:cNvSpPr/>
          <p:nvPr/>
        </p:nvSpPr>
        <p:spPr>
          <a:xfrm rot="-5400000">
            <a:off x="6349650" y="334263"/>
            <a:ext cx="1057500" cy="31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53"/>
          <p:cNvPicPr preferRelativeResize="0"/>
          <p:nvPr/>
        </p:nvPicPr>
        <p:blipFill rotWithShape="1">
          <a:blip r:embed="rId3">
            <a:alphaModFix/>
          </a:blip>
          <a:srcRect b="0" l="0" r="37500" t="0"/>
          <a:stretch/>
        </p:blipFill>
        <p:spPr>
          <a:xfrm>
            <a:off x="331425" y="271375"/>
            <a:ext cx="4224899" cy="450614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3"/>
          <p:cNvSpPr txBox="1"/>
          <p:nvPr>
            <p:ph type="ctrTitle"/>
          </p:nvPr>
        </p:nvSpPr>
        <p:spPr>
          <a:xfrm>
            <a:off x="5434350" y="331575"/>
            <a:ext cx="28881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lt1"/>
                </a:solidFill>
              </a:rPr>
              <a:t>“La buena administración de proyectos no garantiza el éxito, pero su ausencia garantiza el fracaso.”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403" name="Google Shape;403;p53"/>
          <p:cNvSpPr txBox="1"/>
          <p:nvPr>
            <p:ph idx="1" type="subTitle"/>
          </p:nvPr>
        </p:nvSpPr>
        <p:spPr>
          <a:xfrm>
            <a:off x="5326350" y="2571750"/>
            <a:ext cx="3104100" cy="22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/>
              <a:t>Si el proyecto del Aeropuerto de Denver hubiese seguido principios fundamentales de la administración de proyectos, muy probablemente se habrían evitado la mayoría de los errores que lo condenaron.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Este caso demuestra cómo el éxito de un proyecto de software no depende solo de la tecnología, sino del liderazgo, organización, estrategia y gestión profesional desde el inicio hasta el cierre.</a:t>
            </a:r>
            <a:endParaRPr/>
          </a:p>
        </p:txBody>
      </p:sp>
      <p:sp>
        <p:nvSpPr>
          <p:cNvPr id="404" name="Google Shape;404;p53"/>
          <p:cNvSpPr/>
          <p:nvPr/>
        </p:nvSpPr>
        <p:spPr>
          <a:xfrm rot="-5400000">
            <a:off x="6600" y="1660525"/>
            <a:ext cx="1057500" cy="1070700"/>
          </a:xfrm>
          <a:prstGeom prst="rect">
            <a:avLst/>
          </a:prstGeom>
          <a:gradFill>
            <a:gsLst>
              <a:gs pos="0">
                <a:srgbClr val="908269">
                  <a:alpha val="4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3"/>
          <p:cNvSpPr txBox="1"/>
          <p:nvPr>
            <p:ph idx="4294967295" type="ctrTitle"/>
          </p:nvPr>
        </p:nvSpPr>
        <p:spPr>
          <a:xfrm>
            <a:off x="5485350" y="712875"/>
            <a:ext cx="287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CONCLUSIÓN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908269"/>
      </a:accent1>
      <a:accent2>
        <a:srgbClr val="212121"/>
      </a:accent2>
      <a:accent3>
        <a:srgbClr val="CFC3AC"/>
      </a:accent3>
      <a:accent4>
        <a:srgbClr val="976E26"/>
      </a:accent4>
      <a:accent5>
        <a:srgbClr val="927D59"/>
      </a:accent5>
      <a:accent6>
        <a:srgbClr val="584F3E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